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Inter SemiBold"/>
      <p:regular r:id="rId11"/>
      <p:bold r:id="rId12"/>
      <p:italic r:id="rId13"/>
      <p:boldItalic r:id="rId14"/>
    </p:embeddedFont>
    <p:embeddedFont>
      <p:font typeface="Inter"/>
      <p:regular r:id="rId15"/>
      <p:bold r:id="rId16"/>
      <p:italic r:id="rId17"/>
      <p:boldItalic r:id="rId18"/>
    </p:embeddedFont>
    <p:embeddedFont>
      <p:font typeface="Inter Medium"/>
      <p:regular r:id="rId19"/>
      <p:bold r:id="rId20"/>
      <p:italic r:id="rId21"/>
      <p:boldItalic r:id="rId22"/>
    </p:embeddedFont>
    <p:embeddedFont>
      <p:font typeface="Inter Black"/>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63">
          <p15:clr>
            <a:srgbClr val="747775"/>
          </p15:clr>
        </p15:guide>
        <p15:guide id="2" orient="horz" pos="2880">
          <p15:clr>
            <a:srgbClr val="747775"/>
          </p15:clr>
        </p15:guide>
        <p15:guide id="3" orient="horz" pos="363">
          <p15:clr>
            <a:srgbClr val="747775"/>
          </p15:clr>
        </p15:guide>
        <p15:guide id="4" pos="5403">
          <p15:clr>
            <a:srgbClr val="747775"/>
          </p15:clr>
        </p15:guide>
        <p15:guide id="5" pos="36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3"/>
        <p:guide pos="2880" orient="horz"/>
        <p:guide pos="363" orient="horz"/>
        <p:guide pos="5403"/>
        <p:guide pos="363"/>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bold.fntdata"/><Relationship Id="rId11" Type="http://schemas.openxmlformats.org/officeDocument/2006/relationships/font" Target="fonts/InterSemiBold-regular.fntdata"/><Relationship Id="rId22" Type="http://schemas.openxmlformats.org/officeDocument/2006/relationships/font" Target="fonts/InterMedium-boldItalic.fntdata"/><Relationship Id="rId10" Type="http://schemas.openxmlformats.org/officeDocument/2006/relationships/slide" Target="slides/slide5.xml"/><Relationship Id="rId21" Type="http://schemas.openxmlformats.org/officeDocument/2006/relationships/font" Target="fonts/InterMedium-italic.fntdata"/><Relationship Id="rId13" Type="http://schemas.openxmlformats.org/officeDocument/2006/relationships/font" Target="fonts/InterSemiBold-italic.fntdata"/><Relationship Id="rId24" Type="http://schemas.openxmlformats.org/officeDocument/2006/relationships/font" Target="fonts/InterBlack-boldItalic.fntdata"/><Relationship Id="rId12" Type="http://schemas.openxmlformats.org/officeDocument/2006/relationships/font" Target="fonts/InterSemiBold-bold.fntdata"/><Relationship Id="rId23" Type="http://schemas.openxmlformats.org/officeDocument/2006/relationships/font" Target="fonts/Inter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font" Target="fonts/InterSemiBold-boldItalic.fntdata"/><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InterMedium-regular.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e693f1669c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e693f1669c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157d3850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157d3850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6ce29ab40107594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6ce29ab40107594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c1b20514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c1b205142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a8b02924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a8b02924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 name="Shape 6"/>
        <p:cNvGrpSpPr/>
        <p:nvPr/>
      </p:nvGrpSpPr>
      <p:grpSpPr>
        <a:xfrm>
          <a:off x="0" y="0"/>
          <a:ext cx="0" cy="0"/>
          <a:chOff x="0" y="0"/>
          <a:chExt cx="0" cy="0"/>
        </a:xfrm>
      </p:grpSpPr>
      <p:sp>
        <p:nvSpPr>
          <p:cNvPr id="7" name="Google Shape;7;p2"/>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Team  Name</a:t>
            </a:r>
            <a:endParaRPr sz="700">
              <a:solidFill>
                <a:schemeClr val="dk1"/>
              </a:solidFill>
              <a:latin typeface="Inter Medium"/>
              <a:ea typeface="Inter Medium"/>
              <a:cs typeface="Inter Medium"/>
              <a:sym typeface="Inter Medium"/>
            </a:endParaRPr>
          </a:p>
        </p:txBody>
      </p:sp>
      <p:pic>
        <p:nvPicPr>
          <p:cNvPr id="8" name="Google Shape;8;p2"/>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9" name="Google Shape;9;p2"/>
          <p:cNvSpPr txBox="1"/>
          <p:nvPr/>
        </p:nvSpPr>
        <p:spPr>
          <a:xfrm>
            <a:off x="3221271" y="4610025"/>
            <a:ext cx="19353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AlgoBharat Hack Series 3.0</a:t>
            </a:r>
            <a:endParaRPr sz="700">
              <a:solidFill>
                <a:schemeClr val="dk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2"/>
          </p15:clr>
        </p15:guide>
        <p15:guide id="2" pos="2088">
          <p15:clr>
            <a:schemeClr val="accent2"/>
          </p15:clr>
        </p15:guide>
        <p15:guide id="3" pos="3672">
          <p15:clr>
            <a:schemeClr val="accent2"/>
          </p15:clr>
        </p15:guide>
        <p15:guide id="4" pos="3815">
          <p15:clr>
            <a:schemeClr val="accent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4">
    <p:spTree>
      <p:nvGrpSpPr>
        <p:cNvPr id="10" name="Shape 10"/>
        <p:cNvGrpSpPr/>
        <p:nvPr/>
      </p:nvGrpSpPr>
      <p:grpSpPr>
        <a:xfrm>
          <a:off x="0" y="0"/>
          <a:ext cx="0" cy="0"/>
          <a:chOff x="0" y="0"/>
          <a:chExt cx="0" cy="0"/>
        </a:xfrm>
      </p:grpSpPr>
      <p:sp>
        <p:nvSpPr>
          <p:cNvPr id="11" name="Google Shape;11;p3"/>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Team Name</a:t>
            </a:r>
            <a:endParaRPr sz="700">
              <a:solidFill>
                <a:schemeClr val="dk1"/>
              </a:solidFill>
              <a:latin typeface="Inter Medium"/>
              <a:ea typeface="Inter Medium"/>
              <a:cs typeface="Inter Medium"/>
              <a:sym typeface="Inter Medium"/>
            </a:endParaRPr>
          </a:p>
        </p:txBody>
      </p:sp>
      <p:pic>
        <p:nvPicPr>
          <p:cNvPr id="12" name="Google Shape;12;p3"/>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13" name="Google Shape;13;p3"/>
          <p:cNvSpPr txBox="1"/>
          <p:nvPr/>
        </p:nvSpPr>
        <p:spPr>
          <a:xfrm>
            <a:off x="3221273" y="4610025"/>
            <a:ext cx="16434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AlgoBharat Hack Series 3.0</a:t>
            </a:r>
            <a:endParaRPr sz="700">
              <a:solidFill>
                <a:schemeClr val="dk1"/>
              </a:solidFill>
              <a:latin typeface="Inter Medium"/>
              <a:ea typeface="Inter Medium"/>
              <a:cs typeface="Inter Medium"/>
              <a:sym typeface="Inter Medium"/>
            </a:endParaRPr>
          </a:p>
        </p:txBody>
      </p:sp>
      <p:sp>
        <p:nvSpPr>
          <p:cNvPr id="14" name="Google Shape;14;p3"/>
          <p:cNvSpPr/>
          <p:nvPr>
            <p:ph idx="2" type="pic"/>
          </p:nvPr>
        </p:nvSpPr>
        <p:spPr>
          <a:xfrm>
            <a:off x="576075" y="1622550"/>
            <a:ext cx="2511000" cy="2949300"/>
          </a:xfrm>
          <a:prstGeom prst="roundRect">
            <a:avLst>
              <a:gd fmla="val 3212" name="adj"/>
            </a:avLst>
          </a:prstGeom>
          <a:noFill/>
          <a:ln>
            <a:noFill/>
          </a:ln>
        </p:spPr>
      </p:sp>
    </p:spTree>
  </p:cSld>
  <p:clrMapOvr>
    <a:masterClrMapping/>
  </p:clrMapOvr>
  <p:extLst>
    <p:ext uri="{DCECCB84-F9BA-43D5-87BE-67443E8EF086}">
      <p15:sldGuideLst>
        <p15:guide id="1" pos="1945">
          <p15:clr>
            <a:schemeClr val="accent2"/>
          </p15:clr>
        </p15:guide>
        <p15:guide id="2" pos="2088">
          <p15:clr>
            <a:schemeClr val="accent2"/>
          </p15:clr>
        </p15:guide>
        <p15:guide id="3" pos="3672">
          <p15:clr>
            <a:schemeClr val="accent2"/>
          </p15:clr>
        </p15:guide>
        <p15:guide id="4" pos="3815">
          <p15:clr>
            <a:schemeClr val="accent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1">
  <p:cSld name="SECTION_HEADER_4_1">
    <p:spTree>
      <p:nvGrpSpPr>
        <p:cNvPr id="15" name="Shape 15"/>
        <p:cNvGrpSpPr/>
        <p:nvPr/>
      </p:nvGrpSpPr>
      <p:grpSpPr>
        <a:xfrm>
          <a:off x="0" y="0"/>
          <a:ext cx="0" cy="0"/>
          <a:chOff x="0" y="0"/>
          <a:chExt cx="0" cy="0"/>
        </a:xfrm>
      </p:grpSpPr>
      <p:sp>
        <p:nvSpPr>
          <p:cNvPr id="16" name="Google Shape;16;p4"/>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4"/>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pic>
        <p:nvPicPr>
          <p:cNvPr id="18" name="Google Shape;18;p4"/>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19" name="Google Shape;19;p4"/>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
        <p:nvSpPr>
          <p:cNvPr id="20" name="Google Shape;20;p4"/>
          <p:cNvSpPr/>
          <p:nvPr>
            <p:ph idx="2" type="pic"/>
          </p:nvPr>
        </p:nvSpPr>
        <p:spPr>
          <a:xfrm>
            <a:off x="576075" y="1622550"/>
            <a:ext cx="2511000" cy="2949300"/>
          </a:xfrm>
          <a:prstGeom prst="roundRect">
            <a:avLst>
              <a:gd fmla="val 3212" name="adj"/>
            </a:avLst>
          </a:prstGeom>
          <a:noFill/>
          <a:ln>
            <a:noFill/>
          </a:ln>
        </p:spPr>
      </p:sp>
      <p:sp>
        <p:nvSpPr>
          <p:cNvPr id="21" name="Google Shape;21;p4"/>
          <p:cNvSpPr/>
          <p:nvPr>
            <p:ph idx="3" type="pic"/>
          </p:nvPr>
        </p:nvSpPr>
        <p:spPr>
          <a:xfrm>
            <a:off x="3314100" y="1623875"/>
            <a:ext cx="2515800" cy="2949300"/>
          </a:xfrm>
          <a:prstGeom prst="roundRect">
            <a:avLst>
              <a:gd fmla="val 3212" name="adj"/>
            </a:avLst>
          </a:prstGeom>
          <a:noFill/>
          <a:ln>
            <a:noFill/>
          </a:ln>
        </p:spPr>
      </p:sp>
    </p:spTree>
  </p:cSld>
  <p:clrMapOvr>
    <a:masterClrMapping/>
  </p:clrMapOvr>
  <p:extLst>
    <p:ext uri="{DCECCB84-F9BA-43D5-87BE-67443E8EF086}">
      <p15:sldGuideLst>
        <p15:guide id="1" pos="1945">
          <p15:clr>
            <a:schemeClr val="accent2"/>
          </p15:clr>
        </p15:guide>
        <p15:guide id="2" pos="2088">
          <p15:clr>
            <a:schemeClr val="accent2"/>
          </p15:clr>
        </p15:guide>
        <p15:guide id="3" pos="3672">
          <p15:clr>
            <a:schemeClr val="accent2"/>
          </p15:clr>
        </p15:guide>
        <p15:guide id="4" pos="3815">
          <p15:clr>
            <a:schemeClr val="accent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1 2">
  <p:cSld name="SECTION_HEADER_4_1_2">
    <p:spTree>
      <p:nvGrpSpPr>
        <p:cNvPr id="22" name="Shape 22"/>
        <p:cNvGrpSpPr/>
        <p:nvPr/>
      </p:nvGrpSpPr>
      <p:grpSpPr>
        <a:xfrm>
          <a:off x="0" y="0"/>
          <a:ext cx="0" cy="0"/>
          <a:chOff x="0" y="0"/>
          <a:chExt cx="0" cy="0"/>
        </a:xfrm>
      </p:grpSpPr>
      <p:sp>
        <p:nvSpPr>
          <p:cNvPr id="23" name="Google Shape;23;p5"/>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pic>
        <p:nvPicPr>
          <p:cNvPr id="25" name="Google Shape;25;p5"/>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26" name="Google Shape;26;p5"/>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
        <p:nvSpPr>
          <p:cNvPr id="27" name="Google Shape;27;p5"/>
          <p:cNvSpPr/>
          <p:nvPr>
            <p:ph idx="2" type="pic"/>
          </p:nvPr>
        </p:nvSpPr>
        <p:spPr>
          <a:xfrm>
            <a:off x="576075" y="1622550"/>
            <a:ext cx="2511000" cy="2949300"/>
          </a:xfrm>
          <a:prstGeom prst="roundRect">
            <a:avLst>
              <a:gd fmla="val 3212" name="adj"/>
            </a:avLst>
          </a:prstGeom>
          <a:noFill/>
          <a:ln>
            <a:noFill/>
          </a:ln>
        </p:spPr>
      </p:sp>
      <p:sp>
        <p:nvSpPr>
          <p:cNvPr id="28" name="Google Shape;28;p5"/>
          <p:cNvSpPr/>
          <p:nvPr>
            <p:ph idx="3" type="pic"/>
          </p:nvPr>
        </p:nvSpPr>
        <p:spPr>
          <a:xfrm>
            <a:off x="3314100" y="1623875"/>
            <a:ext cx="2515800" cy="2949300"/>
          </a:xfrm>
          <a:prstGeom prst="roundRect">
            <a:avLst>
              <a:gd fmla="val 3212" name="adj"/>
            </a:avLst>
          </a:prstGeom>
          <a:noFill/>
          <a:ln>
            <a:noFill/>
          </a:ln>
        </p:spPr>
      </p:sp>
      <p:sp>
        <p:nvSpPr>
          <p:cNvPr id="29" name="Google Shape;29;p5"/>
          <p:cNvSpPr/>
          <p:nvPr>
            <p:ph idx="4" type="pic"/>
          </p:nvPr>
        </p:nvSpPr>
        <p:spPr>
          <a:xfrm>
            <a:off x="6056725" y="1623875"/>
            <a:ext cx="2520300" cy="2949300"/>
          </a:xfrm>
          <a:prstGeom prst="roundRect">
            <a:avLst>
              <a:gd fmla="val 3212" name="adj"/>
            </a:avLst>
          </a:prstGeom>
          <a:noFill/>
          <a:ln>
            <a:noFill/>
          </a:ln>
        </p:spPr>
      </p:sp>
    </p:spTree>
  </p:cSld>
  <p:clrMapOvr>
    <a:masterClrMapping/>
  </p:clrMapOvr>
  <p:extLst>
    <p:ext uri="{DCECCB84-F9BA-43D5-87BE-67443E8EF086}">
      <p15:sldGuideLst>
        <p15:guide id="1" pos="1945">
          <p15:clr>
            <a:schemeClr val="accent2"/>
          </p15:clr>
        </p15:guide>
        <p15:guide id="2" pos="2088">
          <p15:clr>
            <a:schemeClr val="accent2"/>
          </p15:clr>
        </p15:guide>
        <p15:guide id="3" pos="3672">
          <p15:clr>
            <a:schemeClr val="accent2"/>
          </p15:clr>
        </p15:guide>
        <p15:guide id="4" pos="3815">
          <p15:clr>
            <a:schemeClr val="accent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1 1">
  <p:cSld name="SECTION_HEADER_4_1_1">
    <p:spTree>
      <p:nvGrpSpPr>
        <p:cNvPr id="30" name="Shape 30"/>
        <p:cNvGrpSpPr/>
        <p:nvPr/>
      </p:nvGrpSpPr>
      <p:grpSpPr>
        <a:xfrm>
          <a:off x="0" y="0"/>
          <a:ext cx="0" cy="0"/>
          <a:chOff x="0" y="0"/>
          <a:chExt cx="0" cy="0"/>
        </a:xfrm>
      </p:grpSpPr>
      <p:sp>
        <p:nvSpPr>
          <p:cNvPr id="31" name="Google Shape;31;p6"/>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pic>
        <p:nvPicPr>
          <p:cNvPr id="33" name="Google Shape;33;p6"/>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34" name="Google Shape;34;p6"/>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
        <p:nvSpPr>
          <p:cNvPr id="35" name="Google Shape;35;p6"/>
          <p:cNvSpPr/>
          <p:nvPr>
            <p:ph idx="2" type="pic"/>
          </p:nvPr>
        </p:nvSpPr>
        <p:spPr>
          <a:xfrm>
            <a:off x="576275" y="1623875"/>
            <a:ext cx="2511000" cy="943500"/>
          </a:xfrm>
          <a:prstGeom prst="roundRect">
            <a:avLst>
              <a:gd fmla="val 8784" name="adj"/>
            </a:avLst>
          </a:prstGeom>
          <a:noFill/>
          <a:ln>
            <a:noFill/>
          </a:ln>
        </p:spPr>
      </p:sp>
      <p:sp>
        <p:nvSpPr>
          <p:cNvPr id="36" name="Google Shape;36;p6"/>
          <p:cNvSpPr/>
          <p:nvPr>
            <p:ph idx="3" type="pic"/>
          </p:nvPr>
        </p:nvSpPr>
        <p:spPr>
          <a:xfrm>
            <a:off x="576075" y="2792925"/>
            <a:ext cx="2511000" cy="1779000"/>
          </a:xfrm>
          <a:prstGeom prst="roundRect">
            <a:avLst>
              <a:gd fmla="val 4621" name="adj"/>
            </a:avLst>
          </a:prstGeom>
          <a:noFill/>
          <a:ln>
            <a:noFill/>
          </a:ln>
        </p:spPr>
      </p:sp>
      <p:sp>
        <p:nvSpPr>
          <p:cNvPr id="37" name="Google Shape;37;p6"/>
          <p:cNvSpPr/>
          <p:nvPr>
            <p:ph idx="4" type="pic"/>
          </p:nvPr>
        </p:nvSpPr>
        <p:spPr>
          <a:xfrm>
            <a:off x="3314100" y="1623875"/>
            <a:ext cx="2515800" cy="1443600"/>
          </a:xfrm>
          <a:prstGeom prst="roundRect">
            <a:avLst>
              <a:gd fmla="val 5642" name="adj"/>
            </a:avLst>
          </a:prstGeom>
          <a:noFill/>
          <a:ln>
            <a:noFill/>
          </a:ln>
        </p:spPr>
      </p:sp>
      <p:sp>
        <p:nvSpPr>
          <p:cNvPr id="38" name="Google Shape;38;p6"/>
          <p:cNvSpPr/>
          <p:nvPr>
            <p:ph idx="5" type="pic"/>
          </p:nvPr>
        </p:nvSpPr>
        <p:spPr>
          <a:xfrm>
            <a:off x="3313975" y="3294150"/>
            <a:ext cx="2515800" cy="1277700"/>
          </a:xfrm>
          <a:prstGeom prst="roundRect">
            <a:avLst>
              <a:gd fmla="val 6347" name="adj"/>
            </a:avLst>
          </a:prstGeom>
          <a:noFill/>
          <a:ln>
            <a:noFill/>
          </a:ln>
        </p:spPr>
      </p:sp>
      <p:sp>
        <p:nvSpPr>
          <p:cNvPr id="39" name="Google Shape;39;p6"/>
          <p:cNvSpPr/>
          <p:nvPr>
            <p:ph idx="6" type="pic"/>
          </p:nvPr>
        </p:nvSpPr>
        <p:spPr>
          <a:xfrm>
            <a:off x="6056725" y="1623875"/>
            <a:ext cx="2520300" cy="2949300"/>
          </a:xfrm>
          <a:prstGeom prst="roundRect">
            <a:avLst>
              <a:gd fmla="val 3212" name="adj"/>
            </a:avLst>
          </a:prstGeom>
          <a:noFill/>
          <a:ln>
            <a:noFill/>
          </a:ln>
        </p:spPr>
      </p:sp>
    </p:spTree>
  </p:cSld>
  <p:clrMapOvr>
    <a:masterClrMapping/>
  </p:clrMapOvr>
  <p:extLst>
    <p:ext uri="{DCECCB84-F9BA-43D5-87BE-67443E8EF086}">
      <p15:sldGuideLst>
        <p15:guide id="1" pos="1945">
          <p15:clr>
            <a:schemeClr val="accent2"/>
          </p15:clr>
        </p15:guide>
        <p15:guide id="2" pos="2088">
          <p15:clr>
            <a:schemeClr val="accent2"/>
          </p15:clr>
        </p15:guide>
        <p15:guide id="3" pos="3672">
          <p15:clr>
            <a:schemeClr val="accent2"/>
          </p15:clr>
        </p15:guide>
        <p15:guide id="4" pos="3815">
          <p15:clr>
            <a:schemeClr val="accent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spTree>
      <p:nvGrpSpPr>
        <p:cNvPr id="40" name="Shape 40"/>
        <p:cNvGrpSpPr/>
        <p:nvPr/>
      </p:nvGrpSpPr>
      <p:grpSpPr>
        <a:xfrm>
          <a:off x="0" y="0"/>
          <a:ext cx="0" cy="0"/>
          <a:chOff x="0" y="0"/>
          <a:chExt cx="0" cy="0"/>
        </a:xfrm>
      </p:grpSpPr>
      <p:pic>
        <p:nvPicPr>
          <p:cNvPr id="41" name="Google Shape;41;p7"/>
          <p:cNvPicPr preferRelativeResize="0"/>
          <p:nvPr/>
        </p:nvPicPr>
        <p:blipFill rotWithShape="1">
          <a:blip r:embed="rId2">
            <a:alphaModFix/>
          </a:blip>
          <a:srcRect b="0" l="0" r="0" t="0"/>
          <a:stretch/>
        </p:blipFill>
        <p:spPr>
          <a:xfrm>
            <a:off x="0" y="0"/>
            <a:ext cx="9144005" cy="5143503"/>
          </a:xfrm>
          <a:prstGeom prst="rect">
            <a:avLst/>
          </a:prstGeom>
          <a:noFill/>
          <a:ln>
            <a:noFill/>
          </a:ln>
        </p:spPr>
      </p:pic>
      <p:sp>
        <p:nvSpPr>
          <p:cNvPr id="42" name="Google Shape;42;p7"/>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pic>
        <p:nvPicPr>
          <p:cNvPr id="43" name="Google Shape;43;p7"/>
          <p:cNvPicPr preferRelativeResize="0"/>
          <p:nvPr/>
        </p:nvPicPr>
        <p:blipFill rotWithShape="1">
          <a:blip r:embed="rId3">
            <a:alphaModFix/>
          </a:blip>
          <a:srcRect b="0" l="0" r="0" t="0"/>
          <a:stretch/>
        </p:blipFill>
        <p:spPr>
          <a:xfrm>
            <a:off x="8315259" y="444679"/>
            <a:ext cx="391678" cy="393600"/>
          </a:xfrm>
          <a:prstGeom prst="rect">
            <a:avLst/>
          </a:prstGeom>
          <a:noFill/>
          <a:ln>
            <a:noFill/>
          </a:ln>
        </p:spPr>
      </p:pic>
      <p:sp>
        <p:nvSpPr>
          <p:cNvPr id="44" name="Google Shape;44;p7"/>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
        <p:nvSpPr>
          <p:cNvPr id="45" name="Google Shape;45;p7"/>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2"/>
          </p15:clr>
        </p15:guide>
        <p15:guide id="2" pos="2085">
          <p15:clr>
            <a:schemeClr val="accent2"/>
          </p15:clr>
        </p15:guide>
        <p15:guide id="3" pos="3675">
          <p15:clr>
            <a:schemeClr val="accent2"/>
          </p15:clr>
        </p15:guide>
        <p15:guide id="4" pos="3815">
          <p15:clr>
            <a:schemeClr val="accent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1">
  <p:cSld name="SECTION_HEADER_2_1">
    <p:spTree>
      <p:nvGrpSpPr>
        <p:cNvPr id="46" name="Shape 46"/>
        <p:cNvGrpSpPr/>
        <p:nvPr/>
      </p:nvGrpSpPr>
      <p:grpSpPr>
        <a:xfrm>
          <a:off x="0" y="0"/>
          <a:ext cx="0" cy="0"/>
          <a:chOff x="0" y="0"/>
          <a:chExt cx="0" cy="0"/>
        </a:xfrm>
      </p:grpSpPr>
      <p:pic>
        <p:nvPicPr>
          <p:cNvPr id="47" name="Google Shape;47;p8"/>
          <p:cNvPicPr preferRelativeResize="0"/>
          <p:nvPr/>
        </p:nvPicPr>
        <p:blipFill rotWithShape="1">
          <a:blip r:embed="rId2">
            <a:alphaModFix/>
          </a:blip>
          <a:srcRect b="4103" l="0" r="0" t="4103"/>
          <a:stretch/>
        </p:blipFill>
        <p:spPr>
          <a:xfrm>
            <a:off x="0" y="0"/>
            <a:ext cx="9144003" cy="5143501"/>
          </a:xfrm>
          <a:prstGeom prst="rect">
            <a:avLst/>
          </a:prstGeom>
          <a:noFill/>
          <a:ln>
            <a:noFill/>
          </a:ln>
        </p:spPr>
      </p:pic>
      <p:sp>
        <p:nvSpPr>
          <p:cNvPr id="48" name="Google Shape;48;p8"/>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pic>
        <p:nvPicPr>
          <p:cNvPr id="49" name="Google Shape;49;p8"/>
          <p:cNvPicPr preferRelativeResize="0"/>
          <p:nvPr/>
        </p:nvPicPr>
        <p:blipFill rotWithShape="1">
          <a:blip r:embed="rId3">
            <a:alphaModFix/>
          </a:blip>
          <a:srcRect b="0" l="0" r="0" t="0"/>
          <a:stretch/>
        </p:blipFill>
        <p:spPr>
          <a:xfrm>
            <a:off x="8315259" y="444679"/>
            <a:ext cx="391678" cy="393600"/>
          </a:xfrm>
          <a:prstGeom prst="rect">
            <a:avLst/>
          </a:prstGeom>
          <a:noFill/>
          <a:ln>
            <a:noFill/>
          </a:ln>
        </p:spPr>
      </p:pic>
      <p:sp>
        <p:nvSpPr>
          <p:cNvPr id="50" name="Google Shape;50;p8"/>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
        <p:nvSpPr>
          <p:cNvPr id="51" name="Google Shape;51;p8"/>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2"/>
          </p15:clr>
        </p15:guide>
        <p15:guide id="2" pos="2085">
          <p15:clr>
            <a:schemeClr val="accent2"/>
          </p15:clr>
        </p15:guide>
        <p15:guide id="3" pos="3675">
          <p15:clr>
            <a:schemeClr val="accent2"/>
          </p15:clr>
        </p15:guide>
        <p15:guide id="4" pos="3815">
          <p15:clr>
            <a:schemeClr val="accent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52" name="Shape 5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lt2"/>
        </a:solidFill>
      </p:bgPr>
    </p:bg>
    <p:spTree>
      <p:nvGrpSpPr>
        <p:cNvPr id="53" name="Shape 53"/>
        <p:cNvGrpSpPr/>
        <p:nvPr/>
      </p:nvGrpSpPr>
      <p:grpSpPr>
        <a:xfrm>
          <a:off x="0" y="0"/>
          <a:ext cx="0" cy="0"/>
          <a:chOff x="0" y="0"/>
          <a:chExt cx="0" cy="0"/>
        </a:xfrm>
      </p:grpSpPr>
      <p:pic>
        <p:nvPicPr>
          <p:cNvPr id="54" name="Google Shape;54;p10"/>
          <p:cNvPicPr preferRelativeResize="0"/>
          <p:nvPr/>
        </p:nvPicPr>
        <p:blipFill rotWithShape="1">
          <a:blip r:embed="rId2">
            <a:alphaModFix/>
          </a:blip>
          <a:srcRect b="0" l="0" r="0" t="0"/>
          <a:stretch/>
        </p:blipFill>
        <p:spPr>
          <a:xfrm>
            <a:off x="8314767" y="445204"/>
            <a:ext cx="391678" cy="393600"/>
          </a:xfrm>
          <a:prstGeom prst="rect">
            <a:avLst/>
          </a:prstGeom>
          <a:noFill/>
          <a:ln>
            <a:noFill/>
          </a:ln>
        </p:spPr>
      </p:pic>
      <p:sp>
        <p:nvSpPr>
          <p:cNvPr id="55" name="Google Shape;55;p10"/>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lt1"/>
                </a:solidFill>
                <a:latin typeface="Inter Medium"/>
                <a:ea typeface="Inter Medium"/>
                <a:cs typeface="Inter Medium"/>
                <a:sym typeface="Inter Medium"/>
              </a:defRPr>
            </a:lvl1pPr>
            <a:lvl2pPr lvl="1" rtl="0" algn="r">
              <a:buNone/>
              <a:defRPr sz="700">
                <a:solidFill>
                  <a:schemeClr val="lt1"/>
                </a:solidFill>
                <a:latin typeface="Inter Medium"/>
                <a:ea typeface="Inter Medium"/>
                <a:cs typeface="Inter Medium"/>
                <a:sym typeface="Inter Medium"/>
              </a:defRPr>
            </a:lvl2pPr>
            <a:lvl3pPr lvl="2" rtl="0" algn="r">
              <a:buNone/>
              <a:defRPr sz="700">
                <a:solidFill>
                  <a:schemeClr val="lt1"/>
                </a:solidFill>
                <a:latin typeface="Inter Medium"/>
                <a:ea typeface="Inter Medium"/>
                <a:cs typeface="Inter Medium"/>
                <a:sym typeface="Inter Medium"/>
              </a:defRPr>
            </a:lvl3pPr>
            <a:lvl4pPr lvl="3" rtl="0" algn="r">
              <a:buNone/>
              <a:defRPr sz="700">
                <a:solidFill>
                  <a:schemeClr val="lt1"/>
                </a:solidFill>
                <a:latin typeface="Inter Medium"/>
                <a:ea typeface="Inter Medium"/>
                <a:cs typeface="Inter Medium"/>
                <a:sym typeface="Inter Medium"/>
              </a:defRPr>
            </a:lvl4pPr>
            <a:lvl5pPr lvl="4" rtl="0" algn="r">
              <a:buNone/>
              <a:defRPr sz="700">
                <a:solidFill>
                  <a:schemeClr val="lt1"/>
                </a:solidFill>
                <a:latin typeface="Inter Medium"/>
                <a:ea typeface="Inter Medium"/>
                <a:cs typeface="Inter Medium"/>
                <a:sym typeface="Inter Medium"/>
              </a:defRPr>
            </a:lvl5pPr>
            <a:lvl6pPr lvl="5" rtl="0" algn="r">
              <a:buNone/>
              <a:defRPr sz="700">
                <a:solidFill>
                  <a:schemeClr val="lt1"/>
                </a:solidFill>
                <a:latin typeface="Inter Medium"/>
                <a:ea typeface="Inter Medium"/>
                <a:cs typeface="Inter Medium"/>
                <a:sym typeface="Inter Medium"/>
              </a:defRPr>
            </a:lvl6pPr>
            <a:lvl7pPr lvl="6" rtl="0" algn="r">
              <a:buNone/>
              <a:defRPr sz="700">
                <a:solidFill>
                  <a:schemeClr val="lt1"/>
                </a:solidFill>
                <a:latin typeface="Inter Medium"/>
                <a:ea typeface="Inter Medium"/>
                <a:cs typeface="Inter Medium"/>
                <a:sym typeface="Inter Medium"/>
              </a:defRPr>
            </a:lvl7pPr>
            <a:lvl8pPr lvl="7" rtl="0" algn="r">
              <a:buNone/>
              <a:defRPr sz="700">
                <a:solidFill>
                  <a:schemeClr val="lt1"/>
                </a:solidFill>
                <a:latin typeface="Inter Medium"/>
                <a:ea typeface="Inter Medium"/>
                <a:cs typeface="Inter Medium"/>
                <a:sym typeface="Inter Medium"/>
              </a:defRPr>
            </a:lvl8pPr>
            <a:lvl9pPr lvl="8" rtl="0" algn="r">
              <a:buNone/>
              <a:defRPr sz="700">
                <a:solidFill>
                  <a:schemeClr val="lt1"/>
                </a:solidFill>
                <a:latin typeface="Inter Medium"/>
                <a:ea typeface="Inter Medium"/>
                <a:cs typeface="Inter Medium"/>
                <a:sym typeface="Inter Medium"/>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0"/>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Subtitle</a:t>
            </a:r>
            <a:endParaRPr sz="700">
              <a:solidFill>
                <a:schemeClr val="lt1"/>
              </a:solidFill>
              <a:latin typeface="Inter Medium"/>
              <a:ea typeface="Inter Medium"/>
              <a:cs typeface="Inter Medium"/>
              <a:sym typeface="Inter Medium"/>
            </a:endParaRPr>
          </a:p>
        </p:txBody>
      </p:sp>
      <p:sp>
        <p:nvSpPr>
          <p:cNvPr id="57" name="Google Shape;57;p10"/>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Deck Name</a:t>
            </a:r>
            <a:endParaRPr sz="700">
              <a:solidFill>
                <a:schemeClr val="lt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5"/>
          </p15:clr>
        </p15:guide>
        <p15:guide id="2" pos="2085">
          <p15:clr>
            <a:schemeClr val="accent5"/>
          </p15:clr>
        </p15:guide>
        <p15:guide id="3" pos="3675">
          <p15:clr>
            <a:schemeClr val="accent5"/>
          </p15:clr>
        </p15:guide>
        <p15:guide id="4" pos="3815">
          <p15:clr>
            <a:schemeClr val="accent5"/>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3">
  <p:cSld name="SECTION_HEADER_1_3">
    <p:bg>
      <p:bgPr>
        <a:solidFill>
          <a:schemeClr val="accent5"/>
        </a:solidFill>
      </p:bgPr>
    </p:bg>
    <p:spTree>
      <p:nvGrpSpPr>
        <p:cNvPr id="58" name="Shape 58"/>
        <p:cNvGrpSpPr/>
        <p:nvPr/>
      </p:nvGrpSpPr>
      <p:grpSpPr>
        <a:xfrm>
          <a:off x="0" y="0"/>
          <a:ext cx="0" cy="0"/>
          <a:chOff x="0" y="0"/>
          <a:chExt cx="0" cy="0"/>
        </a:xfrm>
      </p:grpSpPr>
      <p:pic>
        <p:nvPicPr>
          <p:cNvPr id="59" name="Google Shape;59;p11"/>
          <p:cNvPicPr preferRelativeResize="0"/>
          <p:nvPr/>
        </p:nvPicPr>
        <p:blipFill rotWithShape="1">
          <a:blip r:embed="rId2">
            <a:alphaModFix/>
          </a:blip>
          <a:srcRect b="0" l="0" r="0" t="0"/>
          <a:stretch/>
        </p:blipFill>
        <p:spPr>
          <a:xfrm>
            <a:off x="8314767" y="445204"/>
            <a:ext cx="391678" cy="393600"/>
          </a:xfrm>
          <a:prstGeom prst="rect">
            <a:avLst/>
          </a:prstGeom>
          <a:noFill/>
          <a:ln>
            <a:noFill/>
          </a:ln>
        </p:spPr>
      </p:pic>
      <p:sp>
        <p:nvSpPr>
          <p:cNvPr id="60" name="Google Shape;60;p11"/>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lt1"/>
                </a:solidFill>
                <a:latin typeface="Inter Medium"/>
                <a:ea typeface="Inter Medium"/>
                <a:cs typeface="Inter Medium"/>
                <a:sym typeface="Inter Medium"/>
              </a:defRPr>
            </a:lvl1pPr>
            <a:lvl2pPr lvl="1" rtl="0" algn="r">
              <a:buNone/>
              <a:defRPr sz="700">
                <a:solidFill>
                  <a:schemeClr val="lt1"/>
                </a:solidFill>
                <a:latin typeface="Inter Medium"/>
                <a:ea typeface="Inter Medium"/>
                <a:cs typeface="Inter Medium"/>
                <a:sym typeface="Inter Medium"/>
              </a:defRPr>
            </a:lvl2pPr>
            <a:lvl3pPr lvl="2" rtl="0" algn="r">
              <a:buNone/>
              <a:defRPr sz="700">
                <a:solidFill>
                  <a:schemeClr val="lt1"/>
                </a:solidFill>
                <a:latin typeface="Inter Medium"/>
                <a:ea typeface="Inter Medium"/>
                <a:cs typeface="Inter Medium"/>
                <a:sym typeface="Inter Medium"/>
              </a:defRPr>
            </a:lvl3pPr>
            <a:lvl4pPr lvl="3" rtl="0" algn="r">
              <a:buNone/>
              <a:defRPr sz="700">
                <a:solidFill>
                  <a:schemeClr val="lt1"/>
                </a:solidFill>
                <a:latin typeface="Inter Medium"/>
                <a:ea typeface="Inter Medium"/>
                <a:cs typeface="Inter Medium"/>
                <a:sym typeface="Inter Medium"/>
              </a:defRPr>
            </a:lvl4pPr>
            <a:lvl5pPr lvl="4" rtl="0" algn="r">
              <a:buNone/>
              <a:defRPr sz="700">
                <a:solidFill>
                  <a:schemeClr val="lt1"/>
                </a:solidFill>
                <a:latin typeface="Inter Medium"/>
                <a:ea typeface="Inter Medium"/>
                <a:cs typeface="Inter Medium"/>
                <a:sym typeface="Inter Medium"/>
              </a:defRPr>
            </a:lvl5pPr>
            <a:lvl6pPr lvl="5" rtl="0" algn="r">
              <a:buNone/>
              <a:defRPr sz="700">
                <a:solidFill>
                  <a:schemeClr val="lt1"/>
                </a:solidFill>
                <a:latin typeface="Inter Medium"/>
                <a:ea typeface="Inter Medium"/>
                <a:cs typeface="Inter Medium"/>
                <a:sym typeface="Inter Medium"/>
              </a:defRPr>
            </a:lvl6pPr>
            <a:lvl7pPr lvl="6" rtl="0" algn="r">
              <a:buNone/>
              <a:defRPr sz="700">
                <a:solidFill>
                  <a:schemeClr val="lt1"/>
                </a:solidFill>
                <a:latin typeface="Inter Medium"/>
                <a:ea typeface="Inter Medium"/>
                <a:cs typeface="Inter Medium"/>
                <a:sym typeface="Inter Medium"/>
              </a:defRPr>
            </a:lvl7pPr>
            <a:lvl8pPr lvl="7" rtl="0" algn="r">
              <a:buNone/>
              <a:defRPr sz="700">
                <a:solidFill>
                  <a:schemeClr val="lt1"/>
                </a:solidFill>
                <a:latin typeface="Inter Medium"/>
                <a:ea typeface="Inter Medium"/>
                <a:cs typeface="Inter Medium"/>
                <a:sym typeface="Inter Medium"/>
              </a:defRPr>
            </a:lvl8pPr>
            <a:lvl9pPr lvl="8" rtl="0" algn="r">
              <a:buNone/>
              <a:defRPr sz="700">
                <a:solidFill>
                  <a:schemeClr val="lt1"/>
                </a:solidFill>
                <a:latin typeface="Inter Medium"/>
                <a:ea typeface="Inter Medium"/>
                <a:cs typeface="Inter Medium"/>
                <a:sym typeface="Inter Medium"/>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1"/>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Subtitle</a:t>
            </a:r>
            <a:endParaRPr sz="700">
              <a:solidFill>
                <a:schemeClr val="lt1"/>
              </a:solidFill>
              <a:latin typeface="Inter Medium"/>
              <a:ea typeface="Inter Medium"/>
              <a:cs typeface="Inter Medium"/>
              <a:sym typeface="Inter Medium"/>
            </a:endParaRPr>
          </a:p>
        </p:txBody>
      </p:sp>
      <p:sp>
        <p:nvSpPr>
          <p:cNvPr id="62" name="Google Shape;62;p11"/>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Deck Name</a:t>
            </a:r>
            <a:endParaRPr sz="700">
              <a:solidFill>
                <a:schemeClr val="lt1"/>
              </a:solidFill>
              <a:latin typeface="Inter Medium"/>
              <a:ea typeface="Inter Medium"/>
              <a:cs typeface="Inter Medium"/>
              <a:sym typeface="Inter Medium"/>
            </a:endParaRPr>
          </a:p>
        </p:txBody>
      </p:sp>
    </p:spTree>
  </p:cSld>
  <p:clrMapOvr>
    <a:masterClrMapping/>
  </p:clrMapOvr>
  <p:extLst>
    <p:ext uri="{DCECCB84-F9BA-43D5-87BE-67443E8EF086}">
      <p15:sldGuideLst>
        <p15:guide id="1" orient="horz" pos="2975">
          <p15:clr>
            <a:schemeClr val="accent6"/>
          </p15:clr>
        </p15:guide>
        <p15:guide id="2" pos="1945">
          <p15:clr>
            <a:schemeClr val="accent6"/>
          </p15:clr>
        </p15:guide>
        <p15:guide id="3" pos="2085">
          <p15:clr>
            <a:schemeClr val="accent6"/>
          </p15:clr>
        </p15:guide>
        <p15:guide id="4" pos="3675">
          <p15:clr>
            <a:schemeClr val="accent6"/>
          </p15:clr>
        </p15:guide>
        <p15:guide id="5" pos="3815">
          <p15:clr>
            <a:schemeClr val="accent6"/>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2">
  <p:cSld name="SECTION_HEADER_1_2">
    <p:bg>
      <p:bgPr>
        <a:solidFill>
          <a:schemeClr val="accent6"/>
        </a:solidFill>
      </p:bgPr>
    </p:bg>
    <p:spTree>
      <p:nvGrpSpPr>
        <p:cNvPr id="63" name="Shape 63"/>
        <p:cNvGrpSpPr/>
        <p:nvPr/>
      </p:nvGrpSpPr>
      <p:grpSpPr>
        <a:xfrm>
          <a:off x="0" y="0"/>
          <a:ext cx="0" cy="0"/>
          <a:chOff x="0" y="0"/>
          <a:chExt cx="0" cy="0"/>
        </a:xfrm>
      </p:grpSpPr>
      <p:sp>
        <p:nvSpPr>
          <p:cNvPr id="64" name="Google Shape;64;p12"/>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2"/>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pic>
        <p:nvPicPr>
          <p:cNvPr id="66" name="Google Shape;66;p12"/>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67" name="Google Shape;67;p12"/>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5"/>
          </p15:clr>
        </p15:guide>
        <p15:guide id="2" pos="2085">
          <p15:clr>
            <a:schemeClr val="accent5"/>
          </p15:clr>
        </p15:guide>
        <p15:guide id="3" pos="3675">
          <p15:clr>
            <a:schemeClr val="accent5"/>
          </p15:clr>
        </p15:guide>
        <p15:guide id="4" pos="3815">
          <p15:clr>
            <a:schemeClr val="accent5"/>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p:cSld name="SECTION_HEADER_1_1">
    <p:bg>
      <p:bgPr>
        <a:solidFill>
          <a:schemeClr val="accent4"/>
        </a:solidFill>
      </p:bgPr>
    </p:bg>
    <p:spTree>
      <p:nvGrpSpPr>
        <p:cNvPr id="68" name="Shape 68"/>
        <p:cNvGrpSpPr/>
        <p:nvPr/>
      </p:nvGrpSpPr>
      <p:grpSpPr>
        <a:xfrm>
          <a:off x="0" y="0"/>
          <a:ext cx="0" cy="0"/>
          <a:chOff x="0" y="0"/>
          <a:chExt cx="0" cy="0"/>
        </a:xfrm>
      </p:grpSpPr>
      <p:sp>
        <p:nvSpPr>
          <p:cNvPr id="69" name="Google Shape;69;p13"/>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dk1"/>
                </a:solidFill>
              </a:defRPr>
            </a:lvl1pPr>
            <a:lvl2pPr lvl="1" rtl="0" algn="r">
              <a:buNone/>
              <a:defRPr sz="700">
                <a:solidFill>
                  <a:schemeClr val="dk1"/>
                </a:solidFill>
              </a:defRPr>
            </a:lvl2pPr>
            <a:lvl3pPr lvl="2" rtl="0" algn="r">
              <a:buNone/>
              <a:defRPr sz="700">
                <a:solidFill>
                  <a:schemeClr val="dk1"/>
                </a:solidFill>
              </a:defRPr>
            </a:lvl3pPr>
            <a:lvl4pPr lvl="3" rtl="0" algn="r">
              <a:buNone/>
              <a:defRPr sz="700">
                <a:solidFill>
                  <a:schemeClr val="dk1"/>
                </a:solidFill>
              </a:defRPr>
            </a:lvl4pPr>
            <a:lvl5pPr lvl="4" rtl="0" algn="r">
              <a:buNone/>
              <a:defRPr sz="700">
                <a:solidFill>
                  <a:schemeClr val="dk1"/>
                </a:solidFill>
              </a:defRPr>
            </a:lvl5pPr>
            <a:lvl6pPr lvl="5" rtl="0" algn="r">
              <a:buNone/>
              <a:defRPr sz="700">
                <a:solidFill>
                  <a:schemeClr val="dk1"/>
                </a:solidFill>
              </a:defRPr>
            </a:lvl6pPr>
            <a:lvl7pPr lvl="6" rtl="0" algn="r">
              <a:buNone/>
              <a:defRPr sz="700">
                <a:solidFill>
                  <a:schemeClr val="dk1"/>
                </a:solidFill>
              </a:defRPr>
            </a:lvl7pPr>
            <a:lvl8pPr lvl="7" rtl="0" algn="r">
              <a:buNone/>
              <a:defRPr sz="700">
                <a:solidFill>
                  <a:schemeClr val="dk1"/>
                </a:solidFill>
              </a:defRPr>
            </a:lvl8pPr>
            <a:lvl9pPr lvl="8" rtl="0" algn="r">
              <a:buNone/>
              <a:defRPr sz="7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3"/>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Deck Name</a:t>
            </a:r>
            <a:endParaRPr sz="700">
              <a:solidFill>
                <a:schemeClr val="dk1"/>
              </a:solidFill>
              <a:latin typeface="Inter Medium"/>
              <a:ea typeface="Inter Medium"/>
              <a:cs typeface="Inter Medium"/>
              <a:sym typeface="Inter Medium"/>
            </a:endParaRPr>
          </a:p>
        </p:txBody>
      </p:sp>
      <p:pic>
        <p:nvPicPr>
          <p:cNvPr id="71" name="Google Shape;71;p13"/>
          <p:cNvPicPr preferRelativeResize="0"/>
          <p:nvPr/>
        </p:nvPicPr>
        <p:blipFill rotWithShape="1">
          <a:blip r:embed="rId2">
            <a:alphaModFix/>
          </a:blip>
          <a:srcRect b="0" l="0" r="0" t="0"/>
          <a:stretch/>
        </p:blipFill>
        <p:spPr>
          <a:xfrm>
            <a:off x="8315259" y="444679"/>
            <a:ext cx="391678" cy="393600"/>
          </a:xfrm>
          <a:prstGeom prst="rect">
            <a:avLst/>
          </a:prstGeom>
          <a:noFill/>
          <a:ln>
            <a:noFill/>
          </a:ln>
        </p:spPr>
      </p:pic>
      <p:sp>
        <p:nvSpPr>
          <p:cNvPr id="72" name="Google Shape;72;p13"/>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nter Medium"/>
                <a:ea typeface="Inter Medium"/>
                <a:cs typeface="Inter Medium"/>
                <a:sym typeface="Inter Medium"/>
              </a:rPr>
              <a:t>Subtitle</a:t>
            </a:r>
            <a:endParaRPr sz="700">
              <a:solidFill>
                <a:schemeClr val="dk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3"/>
          </p15:clr>
        </p15:guide>
        <p15:guide id="2" pos="2085">
          <p15:clr>
            <a:schemeClr val="accent3"/>
          </p15:clr>
        </p15:guide>
        <p15:guide id="3" pos="3675">
          <p15:clr>
            <a:schemeClr val="accent3"/>
          </p15:clr>
        </p15:guide>
        <p15:guide id="4" pos="3815">
          <p15:clr>
            <a:schemeClr val="accent3"/>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1">
  <p:cSld name="SECTION_HEADER_1_1_1">
    <p:bg>
      <p:bgPr>
        <a:solidFill>
          <a:schemeClr val="accent3"/>
        </a:solidFill>
      </p:bgPr>
    </p:bg>
    <p:spTree>
      <p:nvGrpSpPr>
        <p:cNvPr id="73" name="Shape 73"/>
        <p:cNvGrpSpPr/>
        <p:nvPr/>
      </p:nvGrpSpPr>
      <p:grpSpPr>
        <a:xfrm>
          <a:off x="0" y="0"/>
          <a:ext cx="0" cy="0"/>
          <a:chOff x="0" y="0"/>
          <a:chExt cx="0" cy="0"/>
        </a:xfrm>
      </p:grpSpPr>
      <p:pic>
        <p:nvPicPr>
          <p:cNvPr id="74" name="Google Shape;74;p14"/>
          <p:cNvPicPr preferRelativeResize="0"/>
          <p:nvPr/>
        </p:nvPicPr>
        <p:blipFill rotWithShape="1">
          <a:blip r:embed="rId2">
            <a:alphaModFix/>
          </a:blip>
          <a:srcRect b="0" l="0" r="0" t="0"/>
          <a:stretch/>
        </p:blipFill>
        <p:spPr>
          <a:xfrm>
            <a:off x="8314767" y="445204"/>
            <a:ext cx="391678" cy="393600"/>
          </a:xfrm>
          <a:prstGeom prst="rect">
            <a:avLst/>
          </a:prstGeom>
          <a:noFill/>
          <a:ln>
            <a:noFill/>
          </a:ln>
        </p:spPr>
      </p:pic>
      <p:sp>
        <p:nvSpPr>
          <p:cNvPr id="75" name="Google Shape;75;p14"/>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lt1"/>
                </a:solidFill>
                <a:latin typeface="Inter Medium"/>
                <a:ea typeface="Inter Medium"/>
                <a:cs typeface="Inter Medium"/>
                <a:sym typeface="Inter Medium"/>
              </a:defRPr>
            </a:lvl1pPr>
            <a:lvl2pPr lvl="1" rtl="0" algn="r">
              <a:buNone/>
              <a:defRPr sz="700">
                <a:solidFill>
                  <a:schemeClr val="lt1"/>
                </a:solidFill>
                <a:latin typeface="Inter Medium"/>
                <a:ea typeface="Inter Medium"/>
                <a:cs typeface="Inter Medium"/>
                <a:sym typeface="Inter Medium"/>
              </a:defRPr>
            </a:lvl2pPr>
            <a:lvl3pPr lvl="2" rtl="0" algn="r">
              <a:buNone/>
              <a:defRPr sz="700">
                <a:solidFill>
                  <a:schemeClr val="lt1"/>
                </a:solidFill>
                <a:latin typeface="Inter Medium"/>
                <a:ea typeface="Inter Medium"/>
                <a:cs typeface="Inter Medium"/>
                <a:sym typeface="Inter Medium"/>
              </a:defRPr>
            </a:lvl3pPr>
            <a:lvl4pPr lvl="3" rtl="0" algn="r">
              <a:buNone/>
              <a:defRPr sz="700">
                <a:solidFill>
                  <a:schemeClr val="lt1"/>
                </a:solidFill>
                <a:latin typeface="Inter Medium"/>
                <a:ea typeface="Inter Medium"/>
                <a:cs typeface="Inter Medium"/>
                <a:sym typeface="Inter Medium"/>
              </a:defRPr>
            </a:lvl4pPr>
            <a:lvl5pPr lvl="4" rtl="0" algn="r">
              <a:buNone/>
              <a:defRPr sz="700">
                <a:solidFill>
                  <a:schemeClr val="lt1"/>
                </a:solidFill>
                <a:latin typeface="Inter Medium"/>
                <a:ea typeface="Inter Medium"/>
                <a:cs typeface="Inter Medium"/>
                <a:sym typeface="Inter Medium"/>
              </a:defRPr>
            </a:lvl5pPr>
            <a:lvl6pPr lvl="5" rtl="0" algn="r">
              <a:buNone/>
              <a:defRPr sz="700">
                <a:solidFill>
                  <a:schemeClr val="lt1"/>
                </a:solidFill>
                <a:latin typeface="Inter Medium"/>
                <a:ea typeface="Inter Medium"/>
                <a:cs typeface="Inter Medium"/>
                <a:sym typeface="Inter Medium"/>
              </a:defRPr>
            </a:lvl6pPr>
            <a:lvl7pPr lvl="6" rtl="0" algn="r">
              <a:buNone/>
              <a:defRPr sz="700">
                <a:solidFill>
                  <a:schemeClr val="lt1"/>
                </a:solidFill>
                <a:latin typeface="Inter Medium"/>
                <a:ea typeface="Inter Medium"/>
                <a:cs typeface="Inter Medium"/>
                <a:sym typeface="Inter Medium"/>
              </a:defRPr>
            </a:lvl7pPr>
            <a:lvl8pPr lvl="7" rtl="0" algn="r">
              <a:buNone/>
              <a:defRPr sz="700">
                <a:solidFill>
                  <a:schemeClr val="lt1"/>
                </a:solidFill>
                <a:latin typeface="Inter Medium"/>
                <a:ea typeface="Inter Medium"/>
                <a:cs typeface="Inter Medium"/>
                <a:sym typeface="Inter Medium"/>
              </a:defRPr>
            </a:lvl8pPr>
            <a:lvl9pPr lvl="8" rtl="0" algn="r">
              <a:buNone/>
              <a:defRPr sz="700">
                <a:solidFill>
                  <a:schemeClr val="lt1"/>
                </a:solidFill>
                <a:latin typeface="Inter Medium"/>
                <a:ea typeface="Inter Medium"/>
                <a:cs typeface="Inter Medium"/>
                <a:sym typeface="Inter Medium"/>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4"/>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Subtitle</a:t>
            </a:r>
            <a:endParaRPr sz="700">
              <a:solidFill>
                <a:schemeClr val="lt1"/>
              </a:solidFill>
              <a:latin typeface="Inter Medium"/>
              <a:ea typeface="Inter Medium"/>
              <a:cs typeface="Inter Medium"/>
              <a:sym typeface="Inter Medium"/>
            </a:endParaRPr>
          </a:p>
        </p:txBody>
      </p:sp>
      <p:sp>
        <p:nvSpPr>
          <p:cNvPr id="77" name="Google Shape;77;p14"/>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Deck Name</a:t>
            </a:r>
            <a:endParaRPr sz="700">
              <a:solidFill>
                <a:schemeClr val="lt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4"/>
          </p15:clr>
        </p15:guide>
        <p15:guide id="2" pos="2085">
          <p15:clr>
            <a:schemeClr val="accent4"/>
          </p15:clr>
        </p15:guide>
        <p15:guide id="3" pos="3675">
          <p15:clr>
            <a:schemeClr val="accent4"/>
          </p15:clr>
        </p15:guide>
        <p15:guide id="4" pos="3815">
          <p15:clr>
            <a:schemeClr val="accent4"/>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1 1">
  <p:cSld name="SECTION_HEADER_1_1_1_1">
    <p:bg>
      <p:bgPr>
        <a:solidFill>
          <a:schemeClr val="dk2"/>
        </a:solidFill>
      </p:bgPr>
    </p:bg>
    <p:spTree>
      <p:nvGrpSpPr>
        <p:cNvPr id="78" name="Shape 78"/>
        <p:cNvGrpSpPr/>
        <p:nvPr/>
      </p:nvGrpSpPr>
      <p:grpSpPr>
        <a:xfrm>
          <a:off x="0" y="0"/>
          <a:ext cx="0" cy="0"/>
          <a:chOff x="0" y="0"/>
          <a:chExt cx="0" cy="0"/>
        </a:xfrm>
      </p:grpSpPr>
      <p:pic>
        <p:nvPicPr>
          <p:cNvPr id="79" name="Google Shape;79;p15"/>
          <p:cNvPicPr preferRelativeResize="0"/>
          <p:nvPr/>
        </p:nvPicPr>
        <p:blipFill rotWithShape="1">
          <a:blip r:embed="rId2">
            <a:alphaModFix/>
          </a:blip>
          <a:srcRect b="0" l="0" r="0" t="0"/>
          <a:stretch/>
        </p:blipFill>
        <p:spPr>
          <a:xfrm>
            <a:off x="8314767" y="445204"/>
            <a:ext cx="391678" cy="393600"/>
          </a:xfrm>
          <a:prstGeom prst="rect">
            <a:avLst/>
          </a:prstGeom>
          <a:noFill/>
          <a:ln>
            <a:noFill/>
          </a:ln>
        </p:spPr>
      </p:pic>
      <p:sp>
        <p:nvSpPr>
          <p:cNvPr id="80" name="Google Shape;80;p15"/>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lvl1pPr lvl="0" rtl="0" algn="r">
              <a:buNone/>
              <a:defRPr sz="700">
                <a:solidFill>
                  <a:schemeClr val="lt1"/>
                </a:solidFill>
                <a:latin typeface="Inter Medium"/>
                <a:ea typeface="Inter Medium"/>
                <a:cs typeface="Inter Medium"/>
                <a:sym typeface="Inter Medium"/>
              </a:defRPr>
            </a:lvl1pPr>
            <a:lvl2pPr lvl="1" rtl="0" algn="r">
              <a:buNone/>
              <a:defRPr sz="700">
                <a:solidFill>
                  <a:schemeClr val="lt1"/>
                </a:solidFill>
                <a:latin typeface="Inter Medium"/>
                <a:ea typeface="Inter Medium"/>
                <a:cs typeface="Inter Medium"/>
                <a:sym typeface="Inter Medium"/>
              </a:defRPr>
            </a:lvl2pPr>
            <a:lvl3pPr lvl="2" rtl="0" algn="r">
              <a:buNone/>
              <a:defRPr sz="700">
                <a:solidFill>
                  <a:schemeClr val="lt1"/>
                </a:solidFill>
                <a:latin typeface="Inter Medium"/>
                <a:ea typeface="Inter Medium"/>
                <a:cs typeface="Inter Medium"/>
                <a:sym typeface="Inter Medium"/>
              </a:defRPr>
            </a:lvl3pPr>
            <a:lvl4pPr lvl="3" rtl="0" algn="r">
              <a:buNone/>
              <a:defRPr sz="700">
                <a:solidFill>
                  <a:schemeClr val="lt1"/>
                </a:solidFill>
                <a:latin typeface="Inter Medium"/>
                <a:ea typeface="Inter Medium"/>
                <a:cs typeface="Inter Medium"/>
                <a:sym typeface="Inter Medium"/>
              </a:defRPr>
            </a:lvl4pPr>
            <a:lvl5pPr lvl="4" rtl="0" algn="r">
              <a:buNone/>
              <a:defRPr sz="700">
                <a:solidFill>
                  <a:schemeClr val="lt1"/>
                </a:solidFill>
                <a:latin typeface="Inter Medium"/>
                <a:ea typeface="Inter Medium"/>
                <a:cs typeface="Inter Medium"/>
                <a:sym typeface="Inter Medium"/>
              </a:defRPr>
            </a:lvl5pPr>
            <a:lvl6pPr lvl="5" rtl="0" algn="r">
              <a:buNone/>
              <a:defRPr sz="700">
                <a:solidFill>
                  <a:schemeClr val="lt1"/>
                </a:solidFill>
                <a:latin typeface="Inter Medium"/>
                <a:ea typeface="Inter Medium"/>
                <a:cs typeface="Inter Medium"/>
                <a:sym typeface="Inter Medium"/>
              </a:defRPr>
            </a:lvl6pPr>
            <a:lvl7pPr lvl="6" rtl="0" algn="r">
              <a:buNone/>
              <a:defRPr sz="700">
                <a:solidFill>
                  <a:schemeClr val="lt1"/>
                </a:solidFill>
                <a:latin typeface="Inter Medium"/>
                <a:ea typeface="Inter Medium"/>
                <a:cs typeface="Inter Medium"/>
                <a:sym typeface="Inter Medium"/>
              </a:defRPr>
            </a:lvl7pPr>
            <a:lvl8pPr lvl="7" rtl="0" algn="r">
              <a:buNone/>
              <a:defRPr sz="700">
                <a:solidFill>
                  <a:schemeClr val="lt1"/>
                </a:solidFill>
                <a:latin typeface="Inter Medium"/>
                <a:ea typeface="Inter Medium"/>
                <a:cs typeface="Inter Medium"/>
                <a:sym typeface="Inter Medium"/>
              </a:defRPr>
            </a:lvl8pPr>
            <a:lvl9pPr lvl="8" rtl="0" algn="r">
              <a:buNone/>
              <a:defRPr sz="700">
                <a:solidFill>
                  <a:schemeClr val="lt1"/>
                </a:solidFill>
                <a:latin typeface="Inter Medium"/>
                <a:ea typeface="Inter Medium"/>
                <a:cs typeface="Inter Medium"/>
                <a:sym typeface="Inter Medium"/>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5"/>
          <p:cNvSpPr txBox="1"/>
          <p:nvPr/>
        </p:nvSpPr>
        <p:spPr>
          <a:xfrm>
            <a:off x="3221281" y="4610032"/>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Subtitle</a:t>
            </a:r>
            <a:endParaRPr sz="700">
              <a:solidFill>
                <a:schemeClr val="lt1"/>
              </a:solidFill>
              <a:latin typeface="Inter Medium"/>
              <a:ea typeface="Inter Medium"/>
              <a:cs typeface="Inter Medium"/>
              <a:sym typeface="Inter Medium"/>
            </a:endParaRPr>
          </a:p>
        </p:txBody>
      </p:sp>
      <p:sp>
        <p:nvSpPr>
          <p:cNvPr id="82" name="Google Shape;82;p15"/>
          <p:cNvSpPr txBox="1"/>
          <p:nvPr/>
        </p:nvSpPr>
        <p:spPr>
          <a:xfrm>
            <a:off x="480336" y="4609936"/>
            <a:ext cx="11679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Inter Medium"/>
                <a:ea typeface="Inter Medium"/>
                <a:cs typeface="Inter Medium"/>
                <a:sym typeface="Inter Medium"/>
              </a:rPr>
              <a:t>Deck Name</a:t>
            </a:r>
            <a:endParaRPr sz="700">
              <a:solidFill>
                <a:schemeClr val="lt1"/>
              </a:solidFill>
              <a:latin typeface="Inter Medium"/>
              <a:ea typeface="Inter Medium"/>
              <a:cs typeface="Inter Medium"/>
              <a:sym typeface="Inter Medium"/>
            </a:endParaRPr>
          </a:p>
        </p:txBody>
      </p:sp>
    </p:spTree>
  </p:cSld>
  <p:clrMapOvr>
    <a:masterClrMapping/>
  </p:clrMapOvr>
  <p:extLst>
    <p:ext uri="{DCECCB84-F9BA-43D5-87BE-67443E8EF086}">
      <p15:sldGuideLst>
        <p15:guide id="1" pos="1945">
          <p15:clr>
            <a:schemeClr val="accent3"/>
          </p15:clr>
        </p15:guide>
        <p15:guide id="2" pos="2085">
          <p15:clr>
            <a:schemeClr val="accent3"/>
          </p15:clr>
        </p15:guide>
        <p15:guide id="3" pos="3675">
          <p15:clr>
            <a:schemeClr val="accent3"/>
          </p15:clr>
        </p15:guide>
        <p15:guide id="4" pos="3815">
          <p15:clr>
            <a:schemeClr val="accent3"/>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1 1">
  <p:cSld name="CUSTOM_1_1_1">
    <p:spTree>
      <p:nvGrpSpPr>
        <p:cNvPr id="83" name="Shape 8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63">
          <p15:clr>
            <a:schemeClr val="dk1"/>
          </p15:clr>
        </p15:guide>
        <p15:guide id="2" pos="5403">
          <p15:clr>
            <a:schemeClr val="dk1"/>
          </p15:clr>
        </p15:guide>
        <p15:guide id="3" orient="horz" pos="363">
          <p15:clr>
            <a:schemeClr val="dk1"/>
          </p15:clr>
        </p15:guide>
        <p15:guide id="4" orient="horz" pos="2880">
          <p15:clr>
            <a:schemeClr val="dk1"/>
          </p15:clr>
        </p15:guide>
        <p15:guide id="5" orient="horz" pos="2972">
          <p15:clr>
            <a:schemeClr val="accent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7"/>
          <p:cNvSpPr txBox="1"/>
          <p:nvPr/>
        </p:nvSpPr>
        <p:spPr>
          <a:xfrm>
            <a:off x="436424" y="380645"/>
            <a:ext cx="7991400" cy="2319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6000">
                <a:solidFill>
                  <a:schemeClr val="dk2"/>
                </a:solidFill>
                <a:latin typeface="Inter"/>
                <a:ea typeface="Inter"/>
                <a:cs typeface="Inter"/>
                <a:sym typeface="Inter"/>
              </a:rPr>
              <a:t>Project Name</a:t>
            </a:r>
            <a:endParaRPr b="1" sz="6000">
              <a:solidFill>
                <a:schemeClr val="dk2"/>
              </a:solidFill>
              <a:latin typeface="Inter"/>
              <a:ea typeface="Inter"/>
              <a:cs typeface="Inter"/>
              <a:sym typeface="Inter"/>
            </a:endParaRPr>
          </a:p>
        </p:txBody>
      </p:sp>
      <p:sp>
        <p:nvSpPr>
          <p:cNvPr id="89" name="Google Shape;89;p17"/>
          <p:cNvSpPr txBox="1"/>
          <p:nvPr/>
        </p:nvSpPr>
        <p:spPr>
          <a:xfrm>
            <a:off x="468683" y="3796020"/>
            <a:ext cx="2662500" cy="8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Inter"/>
                <a:ea typeface="Inter"/>
                <a:cs typeface="Inter"/>
                <a:sym typeface="Inter"/>
              </a:rPr>
              <a:t>Team Name</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Team Member 1</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Team Member 2</a:t>
            </a:r>
            <a:endParaRPr sz="1600">
              <a:solidFill>
                <a:schemeClr val="dk1"/>
              </a:solidFill>
              <a:latin typeface="Inter"/>
              <a:ea typeface="Inter"/>
              <a:cs typeface="Inter"/>
              <a:sym typeface="Inter"/>
            </a:endParaRPr>
          </a:p>
        </p:txBody>
      </p:sp>
      <p:pic>
        <p:nvPicPr>
          <p:cNvPr id="90" name="Google Shape;90;p17" title="algorand-bharat-logo-black-CMYK.png"/>
          <p:cNvPicPr preferRelativeResize="0"/>
          <p:nvPr/>
        </p:nvPicPr>
        <p:blipFill>
          <a:blip r:embed="rId3">
            <a:alphaModFix/>
          </a:blip>
          <a:stretch>
            <a:fillRect/>
          </a:stretch>
        </p:blipFill>
        <p:spPr>
          <a:xfrm>
            <a:off x="6276299" y="3531897"/>
            <a:ext cx="2662502" cy="139105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6" name="Google Shape;96;p18"/>
          <p:cNvSpPr txBox="1"/>
          <p:nvPr/>
        </p:nvSpPr>
        <p:spPr>
          <a:xfrm>
            <a:off x="554830" y="490600"/>
            <a:ext cx="41106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800"/>
              </a:spcBef>
              <a:spcAft>
                <a:spcPts val="0"/>
              </a:spcAft>
              <a:buNone/>
            </a:pPr>
            <a:r>
              <a:rPr b="1" lang="en" sz="2800">
                <a:solidFill>
                  <a:schemeClr val="dk2"/>
                </a:solidFill>
                <a:latin typeface="Inter"/>
                <a:ea typeface="Inter"/>
                <a:cs typeface="Inter"/>
                <a:sym typeface="Inter"/>
              </a:rPr>
              <a:t>One image page title </a:t>
            </a:r>
            <a:endParaRPr b="1" sz="2800">
              <a:solidFill>
                <a:schemeClr val="dk2"/>
              </a:solidFill>
              <a:latin typeface="Inter"/>
              <a:ea typeface="Inter"/>
              <a:cs typeface="Inter"/>
              <a:sym typeface="Inter"/>
            </a:endParaRPr>
          </a:p>
        </p:txBody>
      </p:sp>
      <p:sp>
        <p:nvSpPr>
          <p:cNvPr id="97" name="Google Shape;97;p18"/>
          <p:cNvSpPr txBox="1"/>
          <p:nvPr/>
        </p:nvSpPr>
        <p:spPr>
          <a:xfrm>
            <a:off x="3237905" y="1512425"/>
            <a:ext cx="4351500" cy="2170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chemeClr val="dk1"/>
                </a:solidFill>
                <a:latin typeface="Inter"/>
                <a:ea typeface="Inter"/>
                <a:cs typeface="Inter"/>
                <a:sym typeface="Inter"/>
              </a:rPr>
              <a:t>Paragraph goes here</a:t>
            </a:r>
            <a:endParaRPr>
              <a:solidFill>
                <a:schemeClr val="dk1"/>
              </a:solidFill>
              <a:latin typeface="Inter"/>
              <a:ea typeface="Inter"/>
              <a:cs typeface="Inter"/>
              <a:sym typeface="Inter"/>
            </a:endParaRPr>
          </a:p>
          <a:p>
            <a:pPr indent="0" lvl="0" marL="457200" rtl="0" algn="l">
              <a:spcBef>
                <a:spcPts val="1200"/>
              </a:spcBef>
              <a:spcAft>
                <a:spcPts val="0"/>
              </a:spcAft>
              <a:buNone/>
            </a:pPr>
            <a:r>
              <a:rPr lang="en" sz="1300">
                <a:solidFill>
                  <a:schemeClr val="dk2"/>
                </a:solidFill>
                <a:latin typeface="Inter Black"/>
                <a:ea typeface="Inter Black"/>
                <a:cs typeface="Inter Black"/>
                <a:sym typeface="Inter Black"/>
              </a:rPr>
              <a:t>/</a:t>
            </a:r>
            <a:r>
              <a:rPr b="1" lang="en" sz="1300">
                <a:solidFill>
                  <a:schemeClr val="dk1"/>
                </a:solidFill>
                <a:latin typeface="Inter"/>
                <a:ea typeface="Inter"/>
                <a:cs typeface="Inter"/>
                <a:sym typeface="Inter"/>
              </a:rPr>
              <a:t> </a:t>
            </a:r>
            <a:r>
              <a:rPr lang="en" sz="1300">
                <a:solidFill>
                  <a:schemeClr val="dk1"/>
                </a:solidFill>
                <a:latin typeface="Inter"/>
                <a:ea typeface="Inter"/>
                <a:cs typeface="Inter"/>
                <a:sym typeface="Inter"/>
              </a:rPr>
              <a:t>Bullets should be listed like this</a:t>
            </a:r>
            <a:endParaRPr sz="1300">
              <a:solidFill>
                <a:schemeClr val="dk1"/>
              </a:solidFill>
              <a:latin typeface="Inter"/>
              <a:ea typeface="Inter"/>
              <a:cs typeface="Inter"/>
              <a:sym typeface="Inter"/>
            </a:endParaRPr>
          </a:p>
          <a:p>
            <a:pPr indent="0" lvl="0" marL="457200" rtl="0" algn="l">
              <a:spcBef>
                <a:spcPts val="1200"/>
              </a:spcBef>
              <a:spcAft>
                <a:spcPts val="0"/>
              </a:spcAft>
              <a:buNone/>
            </a:pPr>
            <a:r>
              <a:rPr lang="en" sz="1300">
                <a:solidFill>
                  <a:schemeClr val="dk2"/>
                </a:solidFill>
                <a:latin typeface="Inter Black"/>
                <a:ea typeface="Inter Black"/>
                <a:cs typeface="Inter Black"/>
                <a:sym typeface="Inter Black"/>
              </a:rPr>
              <a:t>/</a:t>
            </a:r>
            <a:r>
              <a:rPr b="1" lang="en" sz="1300">
                <a:solidFill>
                  <a:schemeClr val="dk1"/>
                </a:solidFill>
                <a:latin typeface="Inter"/>
                <a:ea typeface="Inter"/>
                <a:cs typeface="Inter"/>
                <a:sym typeface="Inter"/>
              </a:rPr>
              <a:t> </a:t>
            </a:r>
            <a:r>
              <a:rPr lang="en" sz="1300">
                <a:solidFill>
                  <a:schemeClr val="dk1"/>
                </a:solidFill>
                <a:latin typeface="Inter"/>
                <a:ea typeface="Inter"/>
                <a:cs typeface="Inter"/>
                <a:sym typeface="Inter"/>
              </a:rPr>
              <a:t>Bullets should be listed like this</a:t>
            </a:r>
            <a:endParaRPr sz="1300">
              <a:solidFill>
                <a:schemeClr val="dk1"/>
              </a:solidFill>
              <a:latin typeface="Inter"/>
              <a:ea typeface="Inter"/>
              <a:cs typeface="Inter"/>
              <a:sym typeface="Inter"/>
            </a:endParaRPr>
          </a:p>
          <a:p>
            <a:pPr indent="-311150" lvl="0" marL="457200" rtl="0" algn="l">
              <a:spcBef>
                <a:spcPts val="1200"/>
              </a:spcBef>
              <a:spcAft>
                <a:spcPts val="0"/>
              </a:spcAft>
              <a:buClr>
                <a:schemeClr val="dk2"/>
              </a:buClr>
              <a:buSzPts val="1300"/>
              <a:buChar char="●"/>
            </a:pPr>
            <a:r>
              <a:rPr lang="en" sz="1300">
                <a:solidFill>
                  <a:schemeClr val="dk1"/>
                </a:solidFill>
                <a:latin typeface="Inter"/>
                <a:ea typeface="Inter"/>
                <a:cs typeface="Inter"/>
                <a:sym typeface="Inter"/>
              </a:rPr>
              <a:t>Or like this, if needed</a:t>
            </a:r>
            <a:endParaRPr sz="1300">
              <a:solidFill>
                <a:schemeClr val="dk1"/>
              </a:solidFill>
              <a:latin typeface="Inter"/>
              <a:ea typeface="Inter"/>
              <a:cs typeface="Inter"/>
              <a:sym typeface="Inter"/>
            </a:endParaRPr>
          </a:p>
          <a:p>
            <a:pPr indent="-311150" lvl="0" marL="457200" rtl="0" algn="l">
              <a:spcBef>
                <a:spcPts val="1200"/>
              </a:spcBef>
              <a:spcAft>
                <a:spcPts val="0"/>
              </a:spcAft>
              <a:buClr>
                <a:schemeClr val="dk2"/>
              </a:buClr>
              <a:buSzPts val="1300"/>
              <a:buFont typeface="Inter"/>
              <a:buChar char="●"/>
            </a:pPr>
            <a:r>
              <a:rPr lang="en" sz="1300">
                <a:solidFill>
                  <a:schemeClr val="dk1"/>
                </a:solidFill>
                <a:latin typeface="Inter"/>
                <a:ea typeface="Inter"/>
                <a:cs typeface="Inter"/>
                <a:sym typeface="Inter"/>
              </a:rPr>
              <a:t>Or like this, if needed</a:t>
            </a:r>
            <a:endParaRPr>
              <a:solidFill>
                <a:schemeClr val="dk2"/>
              </a:solidFill>
              <a:latin typeface="Inter Black"/>
              <a:ea typeface="Inter Black"/>
              <a:cs typeface="Inter Black"/>
              <a:sym typeface="Inter Black"/>
            </a:endParaRPr>
          </a:p>
          <a:p>
            <a:pPr indent="0" lvl="0" marL="0" rtl="0" algn="l">
              <a:lnSpc>
                <a:spcPct val="100000"/>
              </a:lnSpc>
              <a:spcBef>
                <a:spcPts val="1200"/>
              </a:spcBef>
              <a:spcAft>
                <a:spcPts val="1200"/>
              </a:spcAft>
              <a:buNone/>
            </a:pPr>
            <a:r>
              <a:t/>
            </a:r>
            <a:endParaRPr sz="1300">
              <a:solidFill>
                <a:schemeClr val="dk1"/>
              </a:solidFill>
              <a:latin typeface="Inter"/>
              <a:ea typeface="Inter"/>
              <a:cs typeface="Inter"/>
              <a:sym typeface="Inter"/>
            </a:endParaRPr>
          </a:p>
        </p:txBody>
      </p:sp>
      <p:sp>
        <p:nvSpPr>
          <p:cNvPr id="98" name="Google Shape;98;p18"/>
          <p:cNvSpPr/>
          <p:nvPr>
            <p:ph idx="2" type="pic"/>
          </p:nvPr>
        </p:nvSpPr>
        <p:spPr>
          <a:xfrm>
            <a:off x="576075" y="1622550"/>
            <a:ext cx="2511000" cy="2949300"/>
          </a:xfrm>
          <a:prstGeom prst="roundRect">
            <a:avLst>
              <a:gd fmla="val 16667" name="adj"/>
            </a:avLst>
          </a:prstGeom>
        </p:spPr>
      </p:sp>
      <p:sp>
        <p:nvSpPr>
          <p:cNvPr id="99" name="Google Shape;99;p18"/>
          <p:cNvSpPr txBox="1"/>
          <p:nvPr/>
        </p:nvSpPr>
        <p:spPr>
          <a:xfrm>
            <a:off x="501783" y="879717"/>
            <a:ext cx="54312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None/>
            </a:pPr>
            <a:r>
              <a:rPr b="1" lang="en" sz="1200">
                <a:solidFill>
                  <a:srgbClr val="001324"/>
                </a:solidFill>
                <a:latin typeface="Inter"/>
                <a:ea typeface="Inter"/>
                <a:cs typeface="Inter"/>
                <a:sym typeface="Inter"/>
              </a:rPr>
              <a:t>Subtitle here</a:t>
            </a:r>
            <a:endParaRPr b="1" i="0" sz="1200" u="none" cap="none" strike="noStrike">
              <a:solidFill>
                <a:srgbClr val="001324"/>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5" name="Google Shape;105;p19"/>
          <p:cNvSpPr txBox="1"/>
          <p:nvPr/>
        </p:nvSpPr>
        <p:spPr>
          <a:xfrm>
            <a:off x="552851" y="492050"/>
            <a:ext cx="55512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800"/>
              </a:spcBef>
              <a:spcAft>
                <a:spcPts val="0"/>
              </a:spcAft>
              <a:buNone/>
            </a:pPr>
            <a:r>
              <a:rPr b="1" lang="en" sz="2800">
                <a:solidFill>
                  <a:schemeClr val="dk2"/>
                </a:solidFill>
                <a:latin typeface="Inter"/>
                <a:ea typeface="Inter"/>
                <a:cs typeface="Inter"/>
                <a:sym typeface="Inter"/>
              </a:rPr>
              <a:t>T</a:t>
            </a:r>
            <a:r>
              <a:rPr b="1" lang="en" sz="2800">
                <a:solidFill>
                  <a:schemeClr val="dk2"/>
                </a:solidFill>
                <a:latin typeface="Inter"/>
                <a:ea typeface="Inter"/>
                <a:cs typeface="Inter"/>
                <a:sym typeface="Inter"/>
              </a:rPr>
              <a:t>itle here</a:t>
            </a:r>
            <a:endParaRPr b="1" sz="2800">
              <a:solidFill>
                <a:schemeClr val="dk2"/>
              </a:solidFill>
              <a:latin typeface="Inter"/>
              <a:ea typeface="Inter"/>
              <a:cs typeface="Inter"/>
              <a:sym typeface="Inter"/>
            </a:endParaRPr>
          </a:p>
        </p:txBody>
      </p:sp>
      <p:sp>
        <p:nvSpPr>
          <p:cNvPr id="106" name="Google Shape;106;p19"/>
          <p:cNvSpPr txBox="1"/>
          <p:nvPr/>
        </p:nvSpPr>
        <p:spPr>
          <a:xfrm>
            <a:off x="478552" y="1501675"/>
            <a:ext cx="7747800" cy="15393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lang="en" sz="1300">
                <a:solidFill>
                  <a:schemeClr val="dk1"/>
                </a:solidFill>
                <a:highlight>
                  <a:schemeClr val="lt1"/>
                </a:highlight>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300">
              <a:solidFill>
                <a:schemeClr val="dk1"/>
              </a:solidFill>
              <a:highlight>
                <a:schemeClr val="lt1"/>
              </a:highlight>
              <a:latin typeface="Inter"/>
              <a:ea typeface="Inter"/>
              <a:cs typeface="Inter"/>
              <a:sym typeface="Inter"/>
            </a:endParaRPr>
          </a:p>
          <a:p>
            <a:pPr indent="0" lvl="0" marL="457200" rtl="0" algn="l">
              <a:spcBef>
                <a:spcPts val="1200"/>
              </a:spcBef>
              <a:spcAft>
                <a:spcPts val="0"/>
              </a:spcAft>
              <a:buNone/>
            </a:pPr>
            <a:r>
              <a:rPr lang="en" sz="1300">
                <a:solidFill>
                  <a:schemeClr val="dk2"/>
                </a:solidFill>
                <a:latin typeface="Inter Black"/>
                <a:ea typeface="Inter Black"/>
                <a:cs typeface="Inter Black"/>
                <a:sym typeface="Inter Black"/>
              </a:rPr>
              <a:t>/</a:t>
            </a:r>
            <a:r>
              <a:rPr lang="en" sz="1300">
                <a:solidFill>
                  <a:schemeClr val="dk1"/>
                </a:solidFill>
                <a:latin typeface="Inter Black"/>
                <a:ea typeface="Inter Black"/>
                <a:cs typeface="Inter Black"/>
                <a:sym typeface="Inter Black"/>
              </a:rPr>
              <a:t> </a:t>
            </a:r>
            <a:r>
              <a:rPr lang="en" sz="1300">
                <a:solidFill>
                  <a:schemeClr val="dk1"/>
                </a:solidFill>
                <a:highlight>
                  <a:schemeClr val="lt1"/>
                </a:highlight>
                <a:latin typeface="Inter"/>
                <a:ea typeface="Inter"/>
                <a:cs typeface="Inter"/>
                <a:sym typeface="Inter"/>
              </a:rPr>
              <a:t>Duis aute irure dolor in reprehenderit in voluptate velit esse cillum dolore eu fugiat nulla pariatur. Excepteur sint occaecat cupidatat non proident, sunt in culpa qui officia deserunt mollit anim id est laborum.</a:t>
            </a:r>
            <a:endParaRPr sz="1300">
              <a:solidFill>
                <a:schemeClr val="dk1"/>
              </a:solidFill>
              <a:latin typeface="Inter"/>
              <a:ea typeface="Inter"/>
              <a:cs typeface="Inter"/>
              <a:sym typeface="Inter"/>
            </a:endParaRPr>
          </a:p>
        </p:txBody>
      </p:sp>
      <p:sp>
        <p:nvSpPr>
          <p:cNvPr id="107" name="Google Shape;107;p19"/>
          <p:cNvSpPr txBox="1"/>
          <p:nvPr/>
        </p:nvSpPr>
        <p:spPr>
          <a:xfrm>
            <a:off x="501783" y="879717"/>
            <a:ext cx="54312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None/>
            </a:pPr>
            <a:r>
              <a:rPr b="1" lang="en" sz="1200">
                <a:solidFill>
                  <a:srgbClr val="001324"/>
                </a:solidFill>
                <a:latin typeface="Inter"/>
                <a:ea typeface="Inter"/>
                <a:cs typeface="Inter"/>
                <a:sym typeface="Inter"/>
              </a:rPr>
              <a:t>Subtitle here</a:t>
            </a:r>
            <a:endParaRPr b="1" i="0" sz="1200" u="none" cap="none" strike="noStrike">
              <a:solidFill>
                <a:srgbClr val="001324"/>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2" type="sldNum"/>
          </p:nvPr>
        </p:nvSpPr>
        <p:spPr>
          <a:xfrm>
            <a:off x="8116852" y="4557288"/>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700">
                <a:solidFill>
                  <a:schemeClr val="dk1"/>
                </a:solidFill>
              </a:rPr>
              <a:t>‹#›</a:t>
            </a:fld>
            <a:endParaRPr sz="700">
              <a:solidFill>
                <a:schemeClr val="dk1"/>
              </a:solidFill>
            </a:endParaRPr>
          </a:p>
        </p:txBody>
      </p:sp>
      <p:sp>
        <p:nvSpPr>
          <p:cNvPr id="113" name="Google Shape;113;p20"/>
          <p:cNvSpPr txBox="1"/>
          <p:nvPr/>
        </p:nvSpPr>
        <p:spPr>
          <a:xfrm>
            <a:off x="571703" y="563464"/>
            <a:ext cx="7573500" cy="6450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b="1" lang="en" sz="2800">
                <a:solidFill>
                  <a:schemeClr val="dk2"/>
                </a:solidFill>
                <a:latin typeface="Inter"/>
                <a:ea typeface="Inter"/>
                <a:cs typeface="Inter"/>
                <a:sym typeface="Inter"/>
              </a:rPr>
              <a:t>Timeline </a:t>
            </a:r>
            <a:endParaRPr b="1" sz="2800">
              <a:solidFill>
                <a:schemeClr val="dk2"/>
              </a:solidFill>
              <a:latin typeface="Inter"/>
              <a:ea typeface="Inter"/>
              <a:cs typeface="Inter"/>
              <a:sym typeface="Inter"/>
            </a:endParaRPr>
          </a:p>
        </p:txBody>
      </p:sp>
      <p:sp>
        <p:nvSpPr>
          <p:cNvPr id="114" name="Google Shape;114;p20"/>
          <p:cNvSpPr txBox="1"/>
          <p:nvPr/>
        </p:nvSpPr>
        <p:spPr>
          <a:xfrm>
            <a:off x="475667" y="1533414"/>
            <a:ext cx="2281200" cy="133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3"/>
                </a:solidFill>
                <a:latin typeface="Inter"/>
                <a:ea typeface="Inter"/>
                <a:cs typeface="Inter"/>
                <a:sym typeface="Inter"/>
              </a:rPr>
              <a:t>Subtitle</a:t>
            </a:r>
            <a:endParaRPr b="1" sz="800">
              <a:solidFill>
                <a:schemeClr val="accent3"/>
              </a:solidFill>
              <a:latin typeface="Inter"/>
              <a:ea typeface="Inter"/>
              <a:cs typeface="Inter"/>
              <a:sym typeface="Inter"/>
            </a:endParaRPr>
          </a:p>
          <a:p>
            <a:pPr indent="0" lvl="0" marL="0" rtl="0" algn="l">
              <a:spcBef>
                <a:spcPts val="1000"/>
              </a:spcBef>
              <a:spcAft>
                <a:spcPts val="0"/>
              </a:spcAft>
              <a:buNone/>
            </a:pPr>
            <a:r>
              <a:rPr lang="en" sz="1000">
                <a:solidFill>
                  <a:schemeClr val="dk1"/>
                </a:solidFill>
                <a:latin typeface="Inter"/>
                <a:ea typeface="Inter"/>
                <a:cs typeface="Inter"/>
                <a:sym typeface="Inter"/>
              </a:rPr>
              <a:t>Add text here</a:t>
            </a:r>
            <a:endParaRPr sz="1000">
              <a:solidFill>
                <a:schemeClr val="dk1"/>
              </a:solidFill>
              <a:latin typeface="Inter"/>
              <a:ea typeface="Inter"/>
              <a:cs typeface="Inter"/>
              <a:sym typeface="Inter"/>
            </a:endParaRPr>
          </a:p>
          <a:p>
            <a:pPr indent="0" lvl="0" marL="0" rtl="0" algn="l">
              <a:spcBef>
                <a:spcPts val="1000"/>
              </a:spcBef>
              <a:spcAft>
                <a:spcPts val="0"/>
              </a:spcAft>
              <a:buNone/>
            </a:pPr>
            <a:r>
              <a:t/>
            </a:r>
            <a:endParaRPr sz="1000">
              <a:latin typeface="Inter"/>
              <a:ea typeface="Inter"/>
              <a:cs typeface="Inter"/>
              <a:sym typeface="Inter"/>
            </a:endParaRPr>
          </a:p>
          <a:p>
            <a:pPr indent="0" lvl="0" marL="0" rtl="0" algn="l">
              <a:spcBef>
                <a:spcPts val="1600"/>
              </a:spcBef>
              <a:spcAft>
                <a:spcPts val="1600"/>
              </a:spcAft>
              <a:buNone/>
            </a:pPr>
            <a:r>
              <a:t/>
            </a:r>
            <a:endParaRPr sz="1000">
              <a:latin typeface="Inter"/>
              <a:ea typeface="Inter"/>
              <a:cs typeface="Inter"/>
              <a:sym typeface="Inter"/>
            </a:endParaRPr>
          </a:p>
        </p:txBody>
      </p:sp>
      <p:sp>
        <p:nvSpPr>
          <p:cNvPr id="115" name="Google Shape;115;p20"/>
          <p:cNvSpPr txBox="1"/>
          <p:nvPr/>
        </p:nvSpPr>
        <p:spPr>
          <a:xfrm>
            <a:off x="1837858" y="2959459"/>
            <a:ext cx="2281200" cy="133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3"/>
                </a:solidFill>
                <a:latin typeface="Inter"/>
                <a:ea typeface="Inter"/>
                <a:cs typeface="Inter"/>
                <a:sym typeface="Inter"/>
              </a:rPr>
              <a:t>Subtitle</a:t>
            </a:r>
            <a:endParaRPr b="1" sz="800">
              <a:solidFill>
                <a:schemeClr val="accent3"/>
              </a:solidFill>
              <a:latin typeface="Inter"/>
              <a:ea typeface="Inter"/>
              <a:cs typeface="Inter"/>
              <a:sym typeface="Inter"/>
            </a:endParaRPr>
          </a:p>
          <a:p>
            <a:pPr indent="0" lvl="0" marL="0" rtl="0" algn="l">
              <a:spcBef>
                <a:spcPts val="1000"/>
              </a:spcBef>
              <a:spcAft>
                <a:spcPts val="0"/>
              </a:spcAft>
              <a:buNone/>
            </a:pPr>
            <a:r>
              <a:rPr lang="en" sz="1000">
                <a:solidFill>
                  <a:schemeClr val="dk1"/>
                </a:solidFill>
                <a:latin typeface="Inter"/>
                <a:ea typeface="Inter"/>
                <a:cs typeface="Inter"/>
                <a:sym typeface="Inter"/>
              </a:rPr>
              <a:t>Add text here</a:t>
            </a:r>
            <a:endParaRPr b="1" sz="1000">
              <a:solidFill>
                <a:schemeClr val="accent3"/>
              </a:solidFill>
              <a:latin typeface="Inter"/>
              <a:ea typeface="Inter"/>
              <a:cs typeface="Inter"/>
              <a:sym typeface="Inter"/>
            </a:endParaRPr>
          </a:p>
          <a:p>
            <a:pPr indent="0" lvl="0" marL="0" rtl="0" algn="l">
              <a:spcBef>
                <a:spcPts val="1000"/>
              </a:spcBef>
              <a:spcAft>
                <a:spcPts val="0"/>
              </a:spcAft>
              <a:buNone/>
            </a:pPr>
            <a:r>
              <a:t/>
            </a:r>
            <a:endParaRPr sz="1000">
              <a:latin typeface="Inter"/>
              <a:ea typeface="Inter"/>
              <a:cs typeface="Inter"/>
              <a:sym typeface="Inter"/>
            </a:endParaRPr>
          </a:p>
          <a:p>
            <a:pPr indent="0" lvl="0" marL="0" rtl="0" algn="l">
              <a:spcBef>
                <a:spcPts val="1600"/>
              </a:spcBef>
              <a:spcAft>
                <a:spcPts val="1600"/>
              </a:spcAft>
              <a:buNone/>
            </a:pPr>
            <a:r>
              <a:t/>
            </a:r>
            <a:endParaRPr sz="1000">
              <a:latin typeface="Inter"/>
              <a:ea typeface="Inter"/>
              <a:cs typeface="Inter"/>
              <a:sym typeface="Inter"/>
            </a:endParaRPr>
          </a:p>
        </p:txBody>
      </p:sp>
      <p:sp>
        <p:nvSpPr>
          <p:cNvPr id="116" name="Google Shape;116;p20"/>
          <p:cNvSpPr txBox="1"/>
          <p:nvPr/>
        </p:nvSpPr>
        <p:spPr>
          <a:xfrm>
            <a:off x="3211495" y="1533414"/>
            <a:ext cx="2281200" cy="133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3"/>
                </a:solidFill>
                <a:latin typeface="Inter"/>
                <a:ea typeface="Inter"/>
                <a:cs typeface="Inter"/>
                <a:sym typeface="Inter"/>
              </a:rPr>
              <a:t>Subtitle</a:t>
            </a:r>
            <a:endParaRPr b="1" sz="800">
              <a:solidFill>
                <a:schemeClr val="accent3"/>
              </a:solidFill>
              <a:latin typeface="Inter"/>
              <a:ea typeface="Inter"/>
              <a:cs typeface="Inter"/>
              <a:sym typeface="Inter"/>
            </a:endParaRPr>
          </a:p>
          <a:p>
            <a:pPr indent="0" lvl="0" marL="0" rtl="0" algn="l">
              <a:spcBef>
                <a:spcPts val="1000"/>
              </a:spcBef>
              <a:spcAft>
                <a:spcPts val="0"/>
              </a:spcAft>
              <a:buNone/>
            </a:pPr>
            <a:r>
              <a:rPr lang="en" sz="1000">
                <a:solidFill>
                  <a:schemeClr val="dk1"/>
                </a:solidFill>
                <a:latin typeface="Inter"/>
                <a:ea typeface="Inter"/>
                <a:cs typeface="Inter"/>
                <a:sym typeface="Inter"/>
              </a:rPr>
              <a:t>Add text here</a:t>
            </a:r>
            <a:endParaRPr b="1" sz="1000">
              <a:solidFill>
                <a:schemeClr val="accent3"/>
              </a:solidFill>
              <a:latin typeface="Inter"/>
              <a:ea typeface="Inter"/>
              <a:cs typeface="Inter"/>
              <a:sym typeface="Inter"/>
            </a:endParaRPr>
          </a:p>
          <a:p>
            <a:pPr indent="0" lvl="0" marL="0" rtl="0" algn="l">
              <a:spcBef>
                <a:spcPts val="1000"/>
              </a:spcBef>
              <a:spcAft>
                <a:spcPts val="0"/>
              </a:spcAft>
              <a:buNone/>
            </a:pPr>
            <a:r>
              <a:t/>
            </a:r>
            <a:endParaRPr sz="1000">
              <a:latin typeface="Inter"/>
              <a:ea typeface="Inter"/>
              <a:cs typeface="Inter"/>
              <a:sym typeface="Inter"/>
            </a:endParaRPr>
          </a:p>
          <a:p>
            <a:pPr indent="0" lvl="0" marL="0" rtl="0" algn="l">
              <a:spcBef>
                <a:spcPts val="1600"/>
              </a:spcBef>
              <a:spcAft>
                <a:spcPts val="1600"/>
              </a:spcAft>
              <a:buNone/>
            </a:pPr>
            <a:r>
              <a:t/>
            </a:r>
            <a:endParaRPr sz="1000">
              <a:latin typeface="Inter"/>
              <a:ea typeface="Inter"/>
              <a:cs typeface="Inter"/>
              <a:sym typeface="Inter"/>
            </a:endParaRPr>
          </a:p>
        </p:txBody>
      </p:sp>
      <p:sp>
        <p:nvSpPr>
          <p:cNvPr id="117" name="Google Shape;117;p20"/>
          <p:cNvSpPr txBox="1"/>
          <p:nvPr/>
        </p:nvSpPr>
        <p:spPr>
          <a:xfrm>
            <a:off x="4803010" y="2959459"/>
            <a:ext cx="2281200" cy="133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3"/>
                </a:solidFill>
                <a:latin typeface="Inter"/>
                <a:ea typeface="Inter"/>
                <a:cs typeface="Inter"/>
                <a:sym typeface="Inter"/>
              </a:rPr>
              <a:t>Subtitle</a:t>
            </a:r>
            <a:endParaRPr b="1" sz="800">
              <a:solidFill>
                <a:schemeClr val="accent3"/>
              </a:solidFill>
              <a:latin typeface="Inter"/>
              <a:ea typeface="Inter"/>
              <a:cs typeface="Inter"/>
              <a:sym typeface="Inter"/>
            </a:endParaRPr>
          </a:p>
          <a:p>
            <a:pPr indent="0" lvl="0" marL="0" rtl="0" algn="l">
              <a:spcBef>
                <a:spcPts val="1000"/>
              </a:spcBef>
              <a:spcAft>
                <a:spcPts val="0"/>
              </a:spcAft>
              <a:buNone/>
            </a:pPr>
            <a:r>
              <a:rPr lang="en" sz="1000">
                <a:solidFill>
                  <a:schemeClr val="dk1"/>
                </a:solidFill>
                <a:latin typeface="Inter"/>
                <a:ea typeface="Inter"/>
                <a:cs typeface="Inter"/>
                <a:sym typeface="Inter"/>
              </a:rPr>
              <a:t>Add text here</a:t>
            </a:r>
            <a:endParaRPr b="1" sz="1000">
              <a:solidFill>
                <a:schemeClr val="accent3"/>
              </a:solidFill>
              <a:latin typeface="Inter"/>
              <a:ea typeface="Inter"/>
              <a:cs typeface="Inter"/>
              <a:sym typeface="Inter"/>
            </a:endParaRPr>
          </a:p>
          <a:p>
            <a:pPr indent="0" lvl="0" marL="0" rtl="0" algn="l">
              <a:spcBef>
                <a:spcPts val="1000"/>
              </a:spcBef>
              <a:spcAft>
                <a:spcPts val="0"/>
              </a:spcAft>
              <a:buNone/>
            </a:pPr>
            <a:r>
              <a:t/>
            </a:r>
            <a:endParaRPr sz="1000">
              <a:latin typeface="Inter"/>
              <a:ea typeface="Inter"/>
              <a:cs typeface="Inter"/>
              <a:sym typeface="Inter"/>
            </a:endParaRPr>
          </a:p>
          <a:p>
            <a:pPr indent="0" lvl="0" marL="0" rtl="0" algn="l">
              <a:spcBef>
                <a:spcPts val="1600"/>
              </a:spcBef>
              <a:spcAft>
                <a:spcPts val="1600"/>
              </a:spcAft>
              <a:buNone/>
            </a:pPr>
            <a:r>
              <a:t/>
            </a:r>
            <a:endParaRPr sz="1000">
              <a:latin typeface="Inter"/>
              <a:ea typeface="Inter"/>
              <a:cs typeface="Inter"/>
              <a:sym typeface="Inter"/>
            </a:endParaRPr>
          </a:p>
        </p:txBody>
      </p:sp>
      <p:sp>
        <p:nvSpPr>
          <p:cNvPr id="118" name="Google Shape;118;p20"/>
          <p:cNvSpPr txBox="1"/>
          <p:nvPr/>
        </p:nvSpPr>
        <p:spPr>
          <a:xfrm>
            <a:off x="6188585" y="1533414"/>
            <a:ext cx="2281200" cy="133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3"/>
                </a:solidFill>
                <a:latin typeface="Inter"/>
                <a:ea typeface="Inter"/>
                <a:cs typeface="Inter"/>
                <a:sym typeface="Inter"/>
              </a:rPr>
              <a:t>Subtitle</a:t>
            </a:r>
            <a:endParaRPr b="1" sz="800">
              <a:solidFill>
                <a:schemeClr val="accent3"/>
              </a:solidFill>
              <a:latin typeface="Inter"/>
              <a:ea typeface="Inter"/>
              <a:cs typeface="Inter"/>
              <a:sym typeface="Inter"/>
            </a:endParaRPr>
          </a:p>
          <a:p>
            <a:pPr indent="0" lvl="0" marL="0" rtl="0" algn="l">
              <a:spcBef>
                <a:spcPts val="1000"/>
              </a:spcBef>
              <a:spcAft>
                <a:spcPts val="1000"/>
              </a:spcAft>
              <a:buNone/>
            </a:pPr>
            <a:r>
              <a:rPr lang="en" sz="1000">
                <a:solidFill>
                  <a:schemeClr val="dk1"/>
                </a:solidFill>
                <a:latin typeface="Inter"/>
                <a:ea typeface="Inter"/>
                <a:cs typeface="Inter"/>
                <a:sym typeface="Inter"/>
              </a:rPr>
              <a:t>Add text here</a:t>
            </a:r>
            <a:endParaRPr sz="1000">
              <a:solidFill>
                <a:schemeClr val="accent3"/>
              </a:solidFill>
              <a:latin typeface="Inter SemiBold"/>
              <a:ea typeface="Inter SemiBold"/>
              <a:cs typeface="Inter SemiBold"/>
              <a:sym typeface="Inter SemiBold"/>
            </a:endParaRPr>
          </a:p>
        </p:txBody>
      </p:sp>
      <p:grpSp>
        <p:nvGrpSpPr>
          <p:cNvPr id="119" name="Google Shape;119;p20"/>
          <p:cNvGrpSpPr/>
          <p:nvPr/>
        </p:nvGrpSpPr>
        <p:grpSpPr>
          <a:xfrm>
            <a:off x="-26301" y="2429259"/>
            <a:ext cx="9190200" cy="528000"/>
            <a:chOff x="-26301" y="2429259"/>
            <a:chExt cx="9190200" cy="528000"/>
          </a:xfrm>
        </p:grpSpPr>
        <p:cxnSp>
          <p:nvCxnSpPr>
            <p:cNvPr id="120" name="Google Shape;120;p20"/>
            <p:cNvCxnSpPr/>
            <p:nvPr/>
          </p:nvCxnSpPr>
          <p:spPr>
            <a:xfrm>
              <a:off x="581245" y="2429259"/>
              <a:ext cx="0" cy="264000"/>
            </a:xfrm>
            <a:prstGeom prst="straightConnector1">
              <a:avLst/>
            </a:prstGeom>
            <a:noFill/>
            <a:ln cap="flat" cmpd="sng" w="9525">
              <a:solidFill>
                <a:schemeClr val="accent2"/>
              </a:solidFill>
              <a:prstDash val="solid"/>
              <a:round/>
              <a:headEnd len="med" w="med" type="none"/>
              <a:tailEnd len="med" w="med" type="none"/>
            </a:ln>
          </p:spPr>
        </p:cxnSp>
        <p:cxnSp>
          <p:nvCxnSpPr>
            <p:cNvPr id="121" name="Google Shape;121;p20"/>
            <p:cNvCxnSpPr/>
            <p:nvPr/>
          </p:nvCxnSpPr>
          <p:spPr>
            <a:xfrm>
              <a:off x="1936601" y="2693259"/>
              <a:ext cx="0" cy="264000"/>
            </a:xfrm>
            <a:prstGeom prst="straightConnector1">
              <a:avLst/>
            </a:prstGeom>
            <a:noFill/>
            <a:ln cap="flat" cmpd="sng" w="9525">
              <a:solidFill>
                <a:schemeClr val="accent2"/>
              </a:solidFill>
              <a:prstDash val="solid"/>
              <a:round/>
              <a:headEnd len="med" w="med" type="none"/>
              <a:tailEnd len="med" w="med" type="none"/>
            </a:ln>
          </p:spPr>
        </p:cxnSp>
        <p:cxnSp>
          <p:nvCxnSpPr>
            <p:cNvPr id="122" name="Google Shape;122;p20"/>
            <p:cNvCxnSpPr/>
            <p:nvPr/>
          </p:nvCxnSpPr>
          <p:spPr>
            <a:xfrm>
              <a:off x="3319946" y="2429259"/>
              <a:ext cx="0" cy="264000"/>
            </a:xfrm>
            <a:prstGeom prst="straightConnector1">
              <a:avLst/>
            </a:prstGeom>
            <a:noFill/>
            <a:ln cap="flat" cmpd="sng" w="9525">
              <a:solidFill>
                <a:schemeClr val="accent2"/>
              </a:solidFill>
              <a:prstDash val="solid"/>
              <a:round/>
              <a:headEnd len="med" w="med" type="none"/>
              <a:tailEnd len="med" w="med" type="none"/>
            </a:ln>
          </p:spPr>
        </p:cxnSp>
        <p:cxnSp>
          <p:nvCxnSpPr>
            <p:cNvPr id="123" name="Google Shape;123;p20"/>
            <p:cNvCxnSpPr/>
            <p:nvPr/>
          </p:nvCxnSpPr>
          <p:spPr>
            <a:xfrm>
              <a:off x="4910700" y="2693259"/>
              <a:ext cx="0" cy="264000"/>
            </a:xfrm>
            <a:prstGeom prst="straightConnector1">
              <a:avLst/>
            </a:prstGeom>
            <a:noFill/>
            <a:ln cap="flat" cmpd="sng" w="9525">
              <a:solidFill>
                <a:schemeClr val="accent2"/>
              </a:solidFill>
              <a:prstDash val="solid"/>
              <a:round/>
              <a:headEnd len="med" w="med" type="none"/>
              <a:tailEnd len="med" w="med" type="none"/>
            </a:ln>
          </p:spPr>
        </p:cxnSp>
        <p:cxnSp>
          <p:nvCxnSpPr>
            <p:cNvPr id="124" name="Google Shape;124;p20"/>
            <p:cNvCxnSpPr/>
            <p:nvPr/>
          </p:nvCxnSpPr>
          <p:spPr>
            <a:xfrm>
              <a:off x="6294776" y="2429259"/>
              <a:ext cx="0" cy="264000"/>
            </a:xfrm>
            <a:prstGeom prst="straightConnector1">
              <a:avLst/>
            </a:prstGeom>
            <a:noFill/>
            <a:ln cap="flat" cmpd="sng" w="9525">
              <a:solidFill>
                <a:schemeClr val="accent2"/>
              </a:solidFill>
              <a:prstDash val="solid"/>
              <a:round/>
              <a:headEnd len="med" w="med" type="none"/>
              <a:tailEnd len="med" w="med" type="none"/>
            </a:ln>
          </p:spPr>
        </p:cxnSp>
        <p:cxnSp>
          <p:nvCxnSpPr>
            <p:cNvPr id="125" name="Google Shape;125;p20"/>
            <p:cNvCxnSpPr/>
            <p:nvPr/>
          </p:nvCxnSpPr>
          <p:spPr>
            <a:xfrm>
              <a:off x="-26301" y="2692534"/>
              <a:ext cx="9190200" cy="0"/>
            </a:xfrm>
            <a:prstGeom prst="straightConnector1">
              <a:avLst/>
            </a:prstGeom>
            <a:noFill/>
            <a:ln cap="flat" cmpd="sng" w="9525">
              <a:solidFill>
                <a:schemeClr val="accent2"/>
              </a:solidFill>
              <a:prstDash val="solid"/>
              <a:round/>
              <a:headEnd len="med" w="med" type="none"/>
              <a:tailEnd len="med" w="med" type="none"/>
            </a:ln>
          </p:spPr>
        </p:cxnSp>
      </p:grpSp>
      <p:sp>
        <p:nvSpPr>
          <p:cNvPr id="126" name="Google Shape;126;p20"/>
          <p:cNvSpPr txBox="1"/>
          <p:nvPr/>
        </p:nvSpPr>
        <p:spPr>
          <a:xfrm>
            <a:off x="501783" y="879717"/>
            <a:ext cx="54312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None/>
            </a:pPr>
            <a:r>
              <a:rPr b="1" lang="en" sz="1200">
                <a:solidFill>
                  <a:srgbClr val="001324"/>
                </a:solidFill>
                <a:latin typeface="Inter"/>
                <a:ea typeface="Inter"/>
                <a:cs typeface="Inter"/>
                <a:sym typeface="Inter"/>
              </a:rPr>
              <a:t>Subtitle here</a:t>
            </a:r>
            <a:endParaRPr b="1" i="0" sz="1200" u="none" cap="none" strike="noStrike">
              <a:solidFill>
                <a:srgbClr val="001324"/>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0" name="Shape 130"/>
        <p:cNvGrpSpPr/>
        <p:nvPr/>
      </p:nvGrpSpPr>
      <p:grpSpPr>
        <a:xfrm>
          <a:off x="0" y="0"/>
          <a:ext cx="0" cy="0"/>
          <a:chOff x="0" y="0"/>
          <a:chExt cx="0" cy="0"/>
        </a:xfrm>
      </p:grpSpPr>
      <p:pic>
        <p:nvPicPr>
          <p:cNvPr id="131" name="Google Shape;131;p21"/>
          <p:cNvPicPr preferRelativeResize="0"/>
          <p:nvPr/>
        </p:nvPicPr>
        <p:blipFill rotWithShape="1">
          <a:blip r:embed="rId3">
            <a:alphaModFix/>
          </a:blip>
          <a:srcRect b="0" l="0" r="0" t="0"/>
          <a:stretch/>
        </p:blipFill>
        <p:spPr>
          <a:xfrm>
            <a:off x="1742465" y="149975"/>
            <a:ext cx="6078821" cy="4095103"/>
          </a:xfrm>
          <a:prstGeom prst="rect">
            <a:avLst/>
          </a:prstGeom>
          <a:noFill/>
          <a:ln>
            <a:noFill/>
          </a:ln>
        </p:spPr>
      </p:pic>
      <p:pic>
        <p:nvPicPr>
          <p:cNvPr id="132" name="Google Shape;132;p21"/>
          <p:cNvPicPr preferRelativeResize="0"/>
          <p:nvPr/>
        </p:nvPicPr>
        <p:blipFill>
          <a:blip r:embed="rId4">
            <a:alphaModFix/>
          </a:blip>
          <a:stretch>
            <a:fillRect/>
          </a:stretch>
        </p:blipFill>
        <p:spPr>
          <a:xfrm>
            <a:off x="3715462" y="317917"/>
            <a:ext cx="1713075" cy="839801"/>
          </a:xfrm>
          <a:prstGeom prst="rect">
            <a:avLst/>
          </a:prstGeom>
          <a:noFill/>
          <a:ln>
            <a:noFill/>
          </a:ln>
        </p:spPr>
      </p:pic>
      <p:sp>
        <p:nvSpPr>
          <p:cNvPr id="133" name="Google Shape;133;p2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300">
                <a:solidFill>
                  <a:schemeClr val="dk2"/>
                </a:solidFill>
              </a:rPr>
              <a:t>‹#›</a:t>
            </a:fld>
            <a:endParaRPr sz="1300">
              <a:solidFill>
                <a:schemeClr val="dk2"/>
              </a:solidFill>
            </a:endParaRPr>
          </a:p>
        </p:txBody>
      </p:sp>
      <p:sp>
        <p:nvSpPr>
          <p:cNvPr id="134" name="Google Shape;134;p21"/>
          <p:cNvSpPr txBox="1"/>
          <p:nvPr/>
        </p:nvSpPr>
        <p:spPr>
          <a:xfrm>
            <a:off x="3994471" y="4351925"/>
            <a:ext cx="2547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50">
                <a:solidFill>
                  <a:schemeClr val="lt1"/>
                </a:solidFill>
                <a:latin typeface="Inter"/>
                <a:ea typeface="Inter"/>
                <a:cs typeface="Inter"/>
                <a:sym typeface="Inter"/>
              </a:rPr>
              <a:t>@AlgoFoundation</a:t>
            </a:r>
            <a:endParaRPr b="1" sz="1700">
              <a:solidFill>
                <a:schemeClr val="lt1"/>
              </a:solidFill>
              <a:latin typeface="Inter"/>
              <a:ea typeface="Inter"/>
              <a:cs typeface="Inter"/>
              <a:sym typeface="Inter"/>
            </a:endParaRPr>
          </a:p>
        </p:txBody>
      </p:sp>
      <p:pic>
        <p:nvPicPr>
          <p:cNvPr id="135" name="Google Shape;135;p21"/>
          <p:cNvPicPr preferRelativeResize="0"/>
          <p:nvPr/>
        </p:nvPicPr>
        <p:blipFill>
          <a:blip r:embed="rId5">
            <a:alphaModFix/>
          </a:blip>
          <a:stretch>
            <a:fillRect/>
          </a:stretch>
        </p:blipFill>
        <p:spPr>
          <a:xfrm>
            <a:off x="3884089" y="4444412"/>
            <a:ext cx="115234" cy="143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gorand 24">
  <a:themeElements>
    <a:clrScheme name="Simple Light">
      <a:dk1>
        <a:srgbClr val="001324"/>
      </a:dk1>
      <a:lt1>
        <a:srgbClr val="FFFFFF"/>
      </a:lt1>
      <a:dk2>
        <a:srgbClr val="2D2DF1"/>
      </a:dk2>
      <a:lt2>
        <a:srgbClr val="17CAC6"/>
      </a:lt2>
      <a:accent1>
        <a:srgbClr val="66717C"/>
      </a:accent1>
      <a:accent2>
        <a:srgbClr val="CCD0D3"/>
      </a:accent2>
      <a:accent3>
        <a:srgbClr val="8080F3"/>
      </a:accent3>
      <a:accent4>
        <a:srgbClr val="E9E9FD"/>
      </a:accent4>
      <a:accent5>
        <a:srgbClr val="5CDAD7"/>
      </a:accent5>
      <a:accent6>
        <a:srgbClr val="D1F4F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